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57" r:id="rId7"/>
    <p:sldId id="259" r:id="rId8"/>
    <p:sldId id="260" r:id="rId9"/>
    <p:sldId id="267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06D1D-6F27-47C0-9CF2-C423C5E5FED3}" v="160" dt="2026-09-07T15:52:15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>
      <p:cViewPr>
        <p:scale>
          <a:sx n="80" d="100"/>
          <a:sy n="80" d="100"/>
        </p:scale>
        <p:origin x="155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ggioni" userId="cbc1a0e6c0f97474" providerId="LiveId" clId="{7920B945-17B7-4036-A571-6042E7CB8740}"/>
    <pc:docChg chg="undo custSel addSld delSld modSld">
      <pc:chgData name="Sofia Maggioni" userId="cbc1a0e6c0f97474" providerId="LiveId" clId="{7920B945-17B7-4036-A571-6042E7CB8740}" dt="2026-09-07T15:56:21.617" v="1909" actId="207"/>
      <pc:docMkLst>
        <pc:docMk/>
      </pc:docMkLst>
      <pc:sldChg chg="modSp mod">
        <pc:chgData name="Sofia Maggioni" userId="cbc1a0e6c0f97474" providerId="LiveId" clId="{7920B945-17B7-4036-A571-6042E7CB8740}" dt="2026-09-07T15:56:21.617" v="1909" actId="207"/>
        <pc:sldMkLst>
          <pc:docMk/>
          <pc:sldMk cId="0" sldId="259"/>
        </pc:sldMkLst>
        <pc:spChg chg="mod">
          <ac:chgData name="Sofia Maggioni" userId="cbc1a0e6c0f97474" providerId="LiveId" clId="{7920B945-17B7-4036-A571-6042E7CB8740}" dt="2026-09-07T15:56:21.617" v="1909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ofia Maggioni" userId="cbc1a0e6c0f97474" providerId="LiveId" clId="{7920B945-17B7-4036-A571-6042E7CB8740}" dt="2026-09-07T14:24:28.225" v="1" actId="20577"/>
          <ac:spMkLst>
            <pc:docMk/>
            <pc:sldMk cId="0" sldId="259"/>
            <ac:spMk id="12" creationId="{EF8A1FB4-9B75-055E-BE6D-F29A637D0B32}"/>
          </ac:spMkLst>
        </pc:spChg>
        <pc:picChg chg="mod">
          <ac:chgData name="Sofia Maggioni" userId="cbc1a0e6c0f97474" providerId="LiveId" clId="{7920B945-17B7-4036-A571-6042E7CB8740}" dt="2026-09-07T14:25:03.550" v="5" actId="1038"/>
          <ac:picMkLst>
            <pc:docMk/>
            <pc:sldMk cId="0" sldId="259"/>
            <ac:picMk id="17" creationId="{CD4C5E05-637F-B8D2-C197-A38F6ADA653C}"/>
          </ac:picMkLst>
        </pc:picChg>
      </pc:sldChg>
      <pc:sldChg chg="addSp delSp modSp mod">
        <pc:chgData name="Sofia Maggioni" userId="cbc1a0e6c0f97474" providerId="LiveId" clId="{7920B945-17B7-4036-A571-6042E7CB8740}" dt="2026-09-07T15:56:15.616" v="1908" actId="207"/>
        <pc:sldMkLst>
          <pc:docMk/>
          <pc:sldMk cId="0" sldId="260"/>
        </pc:sldMkLst>
        <pc:spChg chg="mod">
          <ac:chgData name="Sofia Maggioni" userId="cbc1a0e6c0f97474" providerId="LiveId" clId="{7920B945-17B7-4036-A571-6042E7CB8740}" dt="2026-09-07T15:56:15.616" v="1908" actId="207"/>
          <ac:spMkLst>
            <pc:docMk/>
            <pc:sldMk cId="0" sldId="260"/>
            <ac:spMk id="2" creationId="{00000000-0000-0000-0000-000000000000}"/>
          </ac:spMkLst>
        </pc:spChg>
        <pc:spChg chg="del">
          <ac:chgData name="Sofia Maggioni" userId="cbc1a0e6c0f97474" providerId="LiveId" clId="{7920B945-17B7-4036-A571-6042E7CB8740}" dt="2026-09-07T14:25:30.862" v="39" actId="478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Sofia Maggioni" userId="cbc1a0e6c0f97474" providerId="LiveId" clId="{7920B945-17B7-4036-A571-6042E7CB8740}" dt="2026-09-07T14:25:35.319" v="40" actId="478"/>
          <ac:spMkLst>
            <pc:docMk/>
            <pc:sldMk cId="0" sldId="260"/>
            <ac:spMk id="5" creationId="{7FEAAA70-B464-E2AC-FDDE-BE970BF414A7}"/>
          </ac:spMkLst>
        </pc:spChg>
        <pc:spChg chg="add">
          <ac:chgData name="Sofia Maggioni" userId="cbc1a0e6c0f97474" providerId="LiveId" clId="{7920B945-17B7-4036-A571-6042E7CB8740}" dt="2026-09-07T14:25:40.882" v="41" actId="22"/>
          <ac:spMkLst>
            <pc:docMk/>
            <pc:sldMk cId="0" sldId="260"/>
            <ac:spMk id="7" creationId="{26B6ACF4-4DE7-B8AF-8DD5-225FE0782C18}"/>
          </ac:spMkLst>
        </pc:spChg>
        <pc:spChg chg="add mod">
          <ac:chgData name="Sofia Maggioni" userId="cbc1a0e6c0f97474" providerId="LiveId" clId="{7920B945-17B7-4036-A571-6042E7CB8740}" dt="2026-09-07T14:26:42.137" v="46" actId="20577"/>
          <ac:spMkLst>
            <pc:docMk/>
            <pc:sldMk cId="0" sldId="260"/>
            <ac:spMk id="9" creationId="{05C44136-F2AE-916C-58EC-9247A419D75E}"/>
          </ac:spMkLst>
        </pc:spChg>
        <pc:spChg chg="add mod">
          <ac:chgData name="Sofia Maggioni" userId="cbc1a0e6c0f97474" providerId="LiveId" clId="{7920B945-17B7-4036-A571-6042E7CB8740}" dt="2026-09-07T14:32:06.813" v="350" actId="207"/>
          <ac:spMkLst>
            <pc:docMk/>
            <pc:sldMk cId="0" sldId="260"/>
            <ac:spMk id="11" creationId="{02542D10-C77E-EF4A-F468-623440538670}"/>
          </ac:spMkLst>
        </pc:spChg>
        <pc:spChg chg="add mod">
          <ac:chgData name="Sofia Maggioni" userId="cbc1a0e6c0f97474" providerId="LiveId" clId="{7920B945-17B7-4036-A571-6042E7CB8740}" dt="2026-09-07T14:32:36.248" v="357" actId="1035"/>
          <ac:spMkLst>
            <pc:docMk/>
            <pc:sldMk cId="0" sldId="260"/>
            <ac:spMk id="13" creationId="{98ADB492-F3FC-208F-52DB-EF7E8C923F70}"/>
          </ac:spMkLst>
        </pc:spChg>
        <pc:spChg chg="add mod">
          <ac:chgData name="Sofia Maggioni" userId="cbc1a0e6c0f97474" providerId="LiveId" clId="{7920B945-17B7-4036-A571-6042E7CB8740}" dt="2026-09-07T14:34:09.214" v="476" actId="207"/>
          <ac:spMkLst>
            <pc:docMk/>
            <pc:sldMk cId="0" sldId="260"/>
            <ac:spMk id="15" creationId="{68B173D7-F519-E051-EB3A-CDA1838CEE4B}"/>
          </ac:spMkLst>
        </pc:spChg>
        <pc:spChg chg="add mod">
          <ac:chgData name="Sofia Maggioni" userId="cbc1a0e6c0f97474" providerId="LiveId" clId="{7920B945-17B7-4036-A571-6042E7CB8740}" dt="2026-09-07T14:39:11.776" v="504" actId="207"/>
          <ac:spMkLst>
            <pc:docMk/>
            <pc:sldMk cId="0" sldId="260"/>
            <ac:spMk id="16" creationId="{EE1C1170-4EE3-B1AC-D73D-D383879CE143}"/>
          </ac:spMkLst>
        </pc:spChg>
        <pc:picChg chg="add mod">
          <ac:chgData name="Sofia Maggioni" userId="cbc1a0e6c0f97474" providerId="LiveId" clId="{7920B945-17B7-4036-A571-6042E7CB8740}" dt="2026-09-07T14:40:14.187" v="508" actId="1076"/>
          <ac:picMkLst>
            <pc:docMk/>
            <pc:sldMk cId="0" sldId="260"/>
            <ac:picMk id="18" creationId="{1B6B00FF-D4B7-C2E5-F47B-CDF6F2BF0988}"/>
          </ac:picMkLst>
        </pc:picChg>
      </pc:sldChg>
      <pc:sldChg chg="del">
        <pc:chgData name="Sofia Maggioni" userId="cbc1a0e6c0f97474" providerId="LiveId" clId="{7920B945-17B7-4036-A571-6042E7CB8740}" dt="2026-09-07T15:16:28.426" v="1588" actId="47"/>
        <pc:sldMkLst>
          <pc:docMk/>
          <pc:sldMk cId="0" sldId="261"/>
        </pc:sldMkLst>
      </pc:sldChg>
      <pc:sldChg chg="del">
        <pc:chgData name="Sofia Maggioni" userId="cbc1a0e6c0f97474" providerId="LiveId" clId="{7920B945-17B7-4036-A571-6042E7CB8740}" dt="2026-09-07T15:16:27.668" v="1586" actId="47"/>
        <pc:sldMkLst>
          <pc:docMk/>
          <pc:sldMk cId="0" sldId="262"/>
        </pc:sldMkLst>
      </pc:sldChg>
      <pc:sldChg chg="del">
        <pc:chgData name="Sofia Maggioni" userId="cbc1a0e6c0f97474" providerId="LiveId" clId="{7920B945-17B7-4036-A571-6042E7CB8740}" dt="2026-09-07T15:16:27.270" v="1585" actId="47"/>
        <pc:sldMkLst>
          <pc:docMk/>
          <pc:sldMk cId="0" sldId="263"/>
        </pc:sldMkLst>
      </pc:sldChg>
      <pc:sldChg chg="del">
        <pc:chgData name="Sofia Maggioni" userId="cbc1a0e6c0f97474" providerId="LiveId" clId="{7920B945-17B7-4036-A571-6042E7CB8740}" dt="2026-09-07T15:16:26.752" v="1584" actId="47"/>
        <pc:sldMkLst>
          <pc:docMk/>
          <pc:sldMk cId="0" sldId="264"/>
        </pc:sldMkLst>
      </pc:sldChg>
      <pc:sldChg chg="del">
        <pc:chgData name="Sofia Maggioni" userId="cbc1a0e6c0f97474" providerId="LiveId" clId="{7920B945-17B7-4036-A571-6042E7CB8740}" dt="2026-09-07T15:16:25.955" v="1583" actId="47"/>
        <pc:sldMkLst>
          <pc:docMk/>
          <pc:sldMk cId="0" sldId="265"/>
        </pc:sldMkLst>
      </pc:sldChg>
      <pc:sldChg chg="del">
        <pc:chgData name="Sofia Maggioni" userId="cbc1a0e6c0f97474" providerId="LiveId" clId="{7920B945-17B7-4036-A571-6042E7CB8740}" dt="2026-09-07T15:16:27.980" v="1587" actId="47"/>
        <pc:sldMkLst>
          <pc:docMk/>
          <pc:sldMk cId="0" sldId="266"/>
        </pc:sldMkLst>
      </pc:sldChg>
      <pc:sldChg chg="addSp delSp modSp add mod">
        <pc:chgData name="Sofia Maggioni" userId="cbc1a0e6c0f97474" providerId="LiveId" clId="{7920B945-17B7-4036-A571-6042E7CB8740}" dt="2026-09-07T15:56:09.449" v="1907" actId="207"/>
        <pc:sldMkLst>
          <pc:docMk/>
          <pc:sldMk cId="1008146735" sldId="267"/>
        </pc:sldMkLst>
        <pc:spChg chg="mod">
          <ac:chgData name="Sofia Maggioni" userId="cbc1a0e6c0f97474" providerId="LiveId" clId="{7920B945-17B7-4036-A571-6042E7CB8740}" dt="2026-09-07T15:56:09.449" v="1907" actId="207"/>
          <ac:spMkLst>
            <pc:docMk/>
            <pc:sldMk cId="1008146735" sldId="267"/>
            <ac:spMk id="2" creationId="{D6A58D92-A790-0A39-B6AA-EB1582EA27C1}"/>
          </ac:spMkLst>
        </pc:spChg>
        <pc:spChg chg="mod">
          <ac:chgData name="Sofia Maggioni" userId="cbc1a0e6c0f97474" providerId="LiveId" clId="{7920B945-17B7-4036-A571-6042E7CB8740}" dt="2026-09-07T14:42:12.700" v="558" actId="20577"/>
          <ac:spMkLst>
            <pc:docMk/>
            <pc:sldMk cId="1008146735" sldId="267"/>
            <ac:spMk id="9" creationId="{1DA15461-3870-2989-5610-5B62A7C32BF4}"/>
          </ac:spMkLst>
        </pc:spChg>
        <pc:spChg chg="mod">
          <ac:chgData name="Sofia Maggioni" userId="cbc1a0e6c0f97474" providerId="LiveId" clId="{7920B945-17B7-4036-A571-6042E7CB8740}" dt="2026-09-07T14:45:48.673" v="681" actId="207"/>
          <ac:spMkLst>
            <pc:docMk/>
            <pc:sldMk cId="1008146735" sldId="267"/>
            <ac:spMk id="11" creationId="{D56A102B-A93C-ED90-4D9C-1CFA5C5779A5}"/>
          </ac:spMkLst>
        </pc:spChg>
        <pc:spChg chg="mod">
          <ac:chgData name="Sofia Maggioni" userId="cbc1a0e6c0f97474" providerId="LiveId" clId="{7920B945-17B7-4036-A571-6042E7CB8740}" dt="2026-09-07T14:48:38.384" v="740" actId="207"/>
          <ac:spMkLst>
            <pc:docMk/>
            <pc:sldMk cId="1008146735" sldId="267"/>
            <ac:spMk id="15" creationId="{500861AF-96DE-CC71-7CD7-42462C26D330}"/>
          </ac:spMkLst>
        </pc:spChg>
        <pc:spChg chg="del">
          <ac:chgData name="Sofia Maggioni" userId="cbc1a0e6c0f97474" providerId="LiveId" clId="{7920B945-17B7-4036-A571-6042E7CB8740}" dt="2026-09-07T14:48:32.018" v="739" actId="478"/>
          <ac:spMkLst>
            <pc:docMk/>
            <pc:sldMk cId="1008146735" sldId="267"/>
            <ac:spMk id="16" creationId="{4A7E9529-0094-D050-C920-C66854EFC8E8}"/>
          </ac:spMkLst>
        </pc:spChg>
        <pc:picChg chg="add mod">
          <ac:chgData name="Sofia Maggioni" userId="cbc1a0e6c0f97474" providerId="LiveId" clId="{7920B945-17B7-4036-A571-6042E7CB8740}" dt="2026-09-07T14:49:26.838" v="745" actId="1076"/>
          <ac:picMkLst>
            <pc:docMk/>
            <pc:sldMk cId="1008146735" sldId="267"/>
            <ac:picMk id="4" creationId="{7432ABDD-7211-17EE-77CB-B563B239E483}"/>
          </ac:picMkLst>
        </pc:picChg>
        <pc:picChg chg="del">
          <ac:chgData name="Sofia Maggioni" userId="cbc1a0e6c0f97474" providerId="LiveId" clId="{7920B945-17B7-4036-A571-6042E7CB8740}" dt="2026-09-07T14:48:40.799" v="741" actId="478"/>
          <ac:picMkLst>
            <pc:docMk/>
            <pc:sldMk cId="1008146735" sldId="267"/>
            <ac:picMk id="18" creationId="{56F62B98-42E6-8B0A-0F77-CF157D761BA2}"/>
          </ac:picMkLst>
        </pc:picChg>
      </pc:sldChg>
      <pc:sldChg chg="addSp delSp modSp add mod">
        <pc:chgData name="Sofia Maggioni" userId="cbc1a0e6c0f97474" providerId="LiveId" clId="{7920B945-17B7-4036-A571-6042E7CB8740}" dt="2026-09-07T15:56:02.342" v="1906" actId="207"/>
        <pc:sldMkLst>
          <pc:docMk/>
          <pc:sldMk cId="3050959860" sldId="268"/>
        </pc:sldMkLst>
        <pc:spChg chg="mod">
          <ac:chgData name="Sofia Maggioni" userId="cbc1a0e6c0f97474" providerId="LiveId" clId="{7920B945-17B7-4036-A571-6042E7CB8740}" dt="2026-09-07T15:56:02.342" v="1906" actId="207"/>
          <ac:spMkLst>
            <pc:docMk/>
            <pc:sldMk cId="3050959860" sldId="268"/>
            <ac:spMk id="2" creationId="{7CF24ECF-D57C-4008-B337-EA3AB9C5A873}"/>
          </ac:spMkLst>
        </pc:spChg>
        <pc:spChg chg="mod">
          <ac:chgData name="Sofia Maggioni" userId="cbc1a0e6c0f97474" providerId="LiveId" clId="{7920B945-17B7-4036-A571-6042E7CB8740}" dt="2026-09-07T15:04:17.811" v="1382" actId="20577"/>
          <ac:spMkLst>
            <pc:docMk/>
            <pc:sldMk cId="3050959860" sldId="268"/>
            <ac:spMk id="9" creationId="{620CDFCD-7308-F779-C7E1-177898D74C2C}"/>
          </ac:spMkLst>
        </pc:spChg>
        <pc:spChg chg="mod">
          <ac:chgData name="Sofia Maggioni" userId="cbc1a0e6c0f97474" providerId="LiveId" clId="{7920B945-17B7-4036-A571-6042E7CB8740}" dt="2026-09-07T15:00:04.942" v="974" actId="207"/>
          <ac:spMkLst>
            <pc:docMk/>
            <pc:sldMk cId="3050959860" sldId="268"/>
            <ac:spMk id="11" creationId="{FC34FA6F-1C91-E8C1-FF2D-BA836777D351}"/>
          </ac:spMkLst>
        </pc:spChg>
        <pc:spChg chg="del">
          <ac:chgData name="Sofia Maggioni" userId="cbc1a0e6c0f97474" providerId="LiveId" clId="{7920B945-17B7-4036-A571-6042E7CB8740}" dt="2026-09-07T15:07:05.520" v="1390" actId="478"/>
          <ac:spMkLst>
            <pc:docMk/>
            <pc:sldMk cId="3050959860" sldId="268"/>
            <ac:spMk id="13" creationId="{832A899F-889C-DFC4-2EFB-58C4BF01DA48}"/>
          </ac:spMkLst>
        </pc:spChg>
        <pc:spChg chg="del">
          <ac:chgData name="Sofia Maggioni" userId="cbc1a0e6c0f97474" providerId="LiveId" clId="{7920B945-17B7-4036-A571-6042E7CB8740}" dt="2026-09-07T15:00:08.169" v="975" actId="478"/>
          <ac:spMkLst>
            <pc:docMk/>
            <pc:sldMk cId="3050959860" sldId="268"/>
            <ac:spMk id="15" creationId="{4430561A-2B71-CA5B-7615-A5374FDEF916}"/>
          </ac:spMkLst>
        </pc:spChg>
        <pc:spChg chg="mod">
          <ac:chgData name="Sofia Maggioni" userId="cbc1a0e6c0f97474" providerId="LiveId" clId="{7920B945-17B7-4036-A571-6042E7CB8740}" dt="2026-09-07T15:07:15.457" v="1392" actId="1076"/>
          <ac:spMkLst>
            <pc:docMk/>
            <pc:sldMk cId="3050959860" sldId="268"/>
            <ac:spMk id="16" creationId="{5AD0127D-2F00-C4FF-EFB1-34B42B378811}"/>
          </ac:spMkLst>
        </pc:spChg>
        <pc:picChg chg="add del mod">
          <ac:chgData name="Sofia Maggioni" userId="cbc1a0e6c0f97474" providerId="LiveId" clId="{7920B945-17B7-4036-A571-6042E7CB8740}" dt="2026-09-07T15:07:03.670" v="1389" actId="478"/>
          <ac:picMkLst>
            <pc:docMk/>
            <pc:sldMk cId="3050959860" sldId="268"/>
            <ac:picMk id="4" creationId="{0BC66DD9-CCF9-9660-7F13-4E334C177825}"/>
          </ac:picMkLst>
        </pc:picChg>
        <pc:picChg chg="add mod">
          <ac:chgData name="Sofia Maggioni" userId="cbc1a0e6c0f97474" providerId="LiveId" clId="{7920B945-17B7-4036-A571-6042E7CB8740}" dt="2026-09-07T15:07:43.470" v="1394" actId="14100"/>
          <ac:picMkLst>
            <pc:docMk/>
            <pc:sldMk cId="3050959860" sldId="268"/>
            <ac:picMk id="6" creationId="{4B8EC87D-6886-472D-F8F0-803C7CFE145D}"/>
          </ac:picMkLst>
        </pc:picChg>
        <pc:picChg chg="add mod">
          <ac:chgData name="Sofia Maggioni" userId="cbc1a0e6c0f97474" providerId="LiveId" clId="{7920B945-17B7-4036-A571-6042E7CB8740}" dt="2026-09-07T15:07:51.231" v="1397" actId="1076"/>
          <ac:picMkLst>
            <pc:docMk/>
            <pc:sldMk cId="3050959860" sldId="268"/>
            <ac:picMk id="10" creationId="{6A2B59F9-A91A-3C38-A41A-6FEC2B6629F1}"/>
          </ac:picMkLst>
        </pc:picChg>
        <pc:picChg chg="del">
          <ac:chgData name="Sofia Maggioni" userId="cbc1a0e6c0f97474" providerId="LiveId" clId="{7920B945-17B7-4036-A571-6042E7CB8740}" dt="2026-09-07T15:02:58.773" v="1275" actId="478"/>
          <ac:picMkLst>
            <pc:docMk/>
            <pc:sldMk cId="3050959860" sldId="268"/>
            <ac:picMk id="18" creationId="{96C30B3F-ED10-9213-DA02-FE8F82E6F50D}"/>
          </ac:picMkLst>
        </pc:picChg>
      </pc:sldChg>
      <pc:sldChg chg="addSp delSp modSp add mod">
        <pc:chgData name="Sofia Maggioni" userId="cbc1a0e6c0f97474" providerId="LiveId" clId="{7920B945-17B7-4036-A571-6042E7CB8740}" dt="2026-09-07T15:55:56.559" v="1905" actId="207"/>
        <pc:sldMkLst>
          <pc:docMk/>
          <pc:sldMk cId="1021985878" sldId="269"/>
        </pc:sldMkLst>
        <pc:spChg chg="mod">
          <ac:chgData name="Sofia Maggioni" userId="cbc1a0e6c0f97474" providerId="LiveId" clId="{7920B945-17B7-4036-A571-6042E7CB8740}" dt="2026-09-07T15:55:56.559" v="1905" actId="207"/>
          <ac:spMkLst>
            <pc:docMk/>
            <pc:sldMk cId="1021985878" sldId="269"/>
            <ac:spMk id="2" creationId="{F9541A55-4113-8A45-086D-C96D9CF08F08}"/>
          </ac:spMkLst>
        </pc:spChg>
        <pc:spChg chg="mod">
          <ac:chgData name="Sofia Maggioni" userId="cbc1a0e6c0f97474" providerId="LiveId" clId="{7920B945-17B7-4036-A571-6042E7CB8740}" dt="2026-09-07T15:08:28.505" v="1429" actId="20577"/>
          <ac:spMkLst>
            <pc:docMk/>
            <pc:sldMk cId="1021985878" sldId="269"/>
            <ac:spMk id="9" creationId="{9AF37F64-5C56-8688-423F-B9EC1C56D046}"/>
          </ac:spMkLst>
        </pc:spChg>
        <pc:spChg chg="mod">
          <ac:chgData name="Sofia Maggioni" userId="cbc1a0e6c0f97474" providerId="LiveId" clId="{7920B945-17B7-4036-A571-6042E7CB8740}" dt="2026-09-07T15:14:32.978" v="1559" actId="20577"/>
          <ac:spMkLst>
            <pc:docMk/>
            <pc:sldMk cId="1021985878" sldId="269"/>
            <ac:spMk id="11" creationId="{3E82AC4B-606F-1864-9F39-C720F7C9983B}"/>
          </ac:spMkLst>
        </pc:spChg>
        <pc:spChg chg="del mod">
          <ac:chgData name="Sofia Maggioni" userId="cbc1a0e6c0f97474" providerId="LiveId" clId="{7920B945-17B7-4036-A571-6042E7CB8740}" dt="2026-09-07T15:12:17.949" v="1531" actId="478"/>
          <ac:spMkLst>
            <pc:docMk/>
            <pc:sldMk cId="1021985878" sldId="269"/>
            <ac:spMk id="16" creationId="{7D4ED967-5B17-C931-2D03-54A03E43739D}"/>
          </ac:spMkLst>
        </pc:spChg>
        <pc:picChg chg="add mod">
          <ac:chgData name="Sofia Maggioni" userId="cbc1a0e6c0f97474" providerId="LiveId" clId="{7920B945-17B7-4036-A571-6042E7CB8740}" dt="2026-09-07T15:15:28.007" v="1567" actId="1076"/>
          <ac:picMkLst>
            <pc:docMk/>
            <pc:sldMk cId="1021985878" sldId="269"/>
            <ac:picMk id="4" creationId="{BE035257-320D-2DEF-EFA1-F8A3BE0F7844}"/>
          </ac:picMkLst>
        </pc:picChg>
        <pc:picChg chg="del">
          <ac:chgData name="Sofia Maggioni" userId="cbc1a0e6c0f97474" providerId="LiveId" clId="{7920B945-17B7-4036-A571-6042E7CB8740}" dt="2026-09-07T15:15:09.445" v="1560" actId="478"/>
          <ac:picMkLst>
            <pc:docMk/>
            <pc:sldMk cId="1021985878" sldId="269"/>
            <ac:picMk id="6" creationId="{E654417E-E9F6-ED27-28AE-423B26B19CBE}"/>
          </ac:picMkLst>
        </pc:picChg>
        <pc:picChg chg="del">
          <ac:chgData name="Sofia Maggioni" userId="cbc1a0e6c0f97474" providerId="LiveId" clId="{7920B945-17B7-4036-A571-6042E7CB8740}" dt="2026-09-07T15:15:10.878" v="1561" actId="478"/>
          <ac:picMkLst>
            <pc:docMk/>
            <pc:sldMk cId="1021985878" sldId="269"/>
            <ac:picMk id="10" creationId="{DBC5E7D1-E13E-876E-FC21-86A780B39482}"/>
          </ac:picMkLst>
        </pc:picChg>
      </pc:sldChg>
      <pc:sldChg chg="addSp delSp modSp add mod">
        <pc:chgData name="Sofia Maggioni" userId="cbc1a0e6c0f97474" providerId="LiveId" clId="{7920B945-17B7-4036-A571-6042E7CB8740}" dt="2026-09-07T15:55:47.066" v="1904" actId="20577"/>
        <pc:sldMkLst>
          <pc:docMk/>
          <pc:sldMk cId="243238375" sldId="270"/>
        </pc:sldMkLst>
        <pc:spChg chg="mod">
          <ac:chgData name="Sofia Maggioni" userId="cbc1a0e6c0f97474" providerId="LiveId" clId="{7920B945-17B7-4036-A571-6042E7CB8740}" dt="2026-09-07T15:55:36.228" v="1887" actId="207"/>
          <ac:spMkLst>
            <pc:docMk/>
            <pc:sldMk cId="243238375" sldId="270"/>
            <ac:spMk id="2" creationId="{BB23A009-9143-338C-5AAA-94BC27D44A9E}"/>
          </ac:spMkLst>
        </pc:spChg>
        <pc:spChg chg="mod">
          <ac:chgData name="Sofia Maggioni" userId="cbc1a0e6c0f97474" providerId="LiveId" clId="{7920B945-17B7-4036-A571-6042E7CB8740}" dt="2026-09-07T15:55:47.066" v="1904" actId="20577"/>
          <ac:spMkLst>
            <pc:docMk/>
            <pc:sldMk cId="243238375" sldId="270"/>
            <ac:spMk id="9" creationId="{7DAFF9A1-2F79-83B3-82C6-1C5D6B9884E3}"/>
          </ac:spMkLst>
        </pc:spChg>
        <pc:spChg chg="mod">
          <ac:chgData name="Sofia Maggioni" userId="cbc1a0e6c0f97474" providerId="LiveId" clId="{7920B945-17B7-4036-A571-6042E7CB8740}" dt="2026-09-07T15:21:09.507" v="1692" actId="20577"/>
          <ac:spMkLst>
            <pc:docMk/>
            <pc:sldMk cId="243238375" sldId="270"/>
            <ac:spMk id="11" creationId="{C023A565-4316-09CF-4917-4610EC80C6FD}"/>
          </ac:spMkLst>
        </pc:spChg>
        <pc:picChg chg="del">
          <ac:chgData name="Sofia Maggioni" userId="cbc1a0e6c0f97474" providerId="LiveId" clId="{7920B945-17B7-4036-A571-6042E7CB8740}" dt="2026-09-07T15:16:22.730" v="1582" actId="478"/>
          <ac:picMkLst>
            <pc:docMk/>
            <pc:sldMk cId="243238375" sldId="270"/>
            <ac:picMk id="4" creationId="{B8027BC6-1247-0D59-39AC-6B165C448CC6}"/>
          </ac:picMkLst>
        </pc:picChg>
        <pc:picChg chg="add mod">
          <ac:chgData name="Sofia Maggioni" userId="cbc1a0e6c0f97474" providerId="LiveId" clId="{7920B945-17B7-4036-A571-6042E7CB8740}" dt="2026-09-07T15:22:18.381" v="1697" actId="1076"/>
          <ac:picMkLst>
            <pc:docMk/>
            <pc:sldMk cId="243238375" sldId="270"/>
            <ac:picMk id="5" creationId="{3DF61CFE-09E7-2203-B69E-A6C3550D7039}"/>
          </ac:picMkLst>
        </pc:picChg>
      </pc:sldChg>
      <pc:sldChg chg="addSp delSp modSp add mod">
        <pc:chgData name="Sofia Maggioni" userId="cbc1a0e6c0f97474" providerId="LiveId" clId="{7920B945-17B7-4036-A571-6042E7CB8740}" dt="2026-09-07T15:55:25.790" v="1886" actId="207"/>
        <pc:sldMkLst>
          <pc:docMk/>
          <pc:sldMk cId="3595528641" sldId="271"/>
        </pc:sldMkLst>
        <pc:spChg chg="mod">
          <ac:chgData name="Sofia Maggioni" userId="cbc1a0e6c0f97474" providerId="LiveId" clId="{7920B945-17B7-4036-A571-6042E7CB8740}" dt="2026-09-07T15:55:12.678" v="1884" actId="207"/>
          <ac:spMkLst>
            <pc:docMk/>
            <pc:sldMk cId="3595528641" sldId="271"/>
            <ac:spMk id="2" creationId="{F7AEDE21-7180-E752-4F61-32596CC8B752}"/>
          </ac:spMkLst>
        </pc:spChg>
        <pc:spChg chg="del mod">
          <ac:chgData name="Sofia Maggioni" userId="cbc1a0e6c0f97474" providerId="LiveId" clId="{7920B945-17B7-4036-A571-6042E7CB8740}" dt="2026-09-07T15:51:25.919" v="1798" actId="478"/>
          <ac:spMkLst>
            <pc:docMk/>
            <pc:sldMk cId="3595528641" sldId="271"/>
            <ac:spMk id="9" creationId="{22E0C3BD-A77D-68FE-CD21-0C019B8254D1}"/>
          </ac:spMkLst>
        </pc:spChg>
        <pc:spChg chg="mod">
          <ac:chgData name="Sofia Maggioni" userId="cbc1a0e6c0f97474" providerId="LiveId" clId="{7920B945-17B7-4036-A571-6042E7CB8740}" dt="2026-09-07T15:55:25.790" v="1886" actId="207"/>
          <ac:spMkLst>
            <pc:docMk/>
            <pc:sldMk cId="3595528641" sldId="271"/>
            <ac:spMk id="11" creationId="{34A0A7E0-41CA-4309-E9A3-E4FEA746DE06}"/>
          </ac:spMkLst>
        </pc:spChg>
        <pc:picChg chg="add mod">
          <ac:chgData name="Sofia Maggioni" userId="cbc1a0e6c0f97474" providerId="LiveId" clId="{7920B945-17B7-4036-A571-6042E7CB8740}" dt="2026-09-07T15:55:05.006" v="1883" actId="1076"/>
          <ac:picMkLst>
            <pc:docMk/>
            <pc:sldMk cId="3595528641" sldId="271"/>
            <ac:picMk id="4" creationId="{A1334E48-6BCC-A348-6B4F-7085D9022EBA}"/>
          </ac:picMkLst>
        </pc:picChg>
        <pc:picChg chg="del">
          <ac:chgData name="Sofia Maggioni" userId="cbc1a0e6c0f97474" providerId="LiveId" clId="{7920B945-17B7-4036-A571-6042E7CB8740}" dt="2026-09-07T15:54:50.852" v="1880" actId="478"/>
          <ac:picMkLst>
            <pc:docMk/>
            <pc:sldMk cId="3595528641" sldId="271"/>
            <ac:picMk id="5" creationId="{5AF1108A-1D7C-7326-BA11-B20E5B9F0FC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010A63A4-3572-4B27-B383-84D7D9E3D83F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E10D0F4D-A9BC-4899-8372-3ED277D83E2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E58EE69-A876-4E74-86C2-628494CDF3AA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FE16532C-7DFC-4EC2-AFA5-3731AA0E8AFA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5CEC-DC28-CDB7-3E1E-4B412311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33A92-EB49-0868-2358-CFB219FD1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26EAB-954E-32C0-E11A-7FDC65AE4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803E5-31E0-B4D2-616B-779FE8820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1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A9969-123B-AF73-19B6-F006CE7F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5C5EC-A90B-87A5-9ACC-0F318D800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FD9C5-A025-4ED6-29B4-C2FD0794E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EA248-ED9E-729E-7A04-E786DF704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18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4FE8-D6C2-4924-82A6-8979DDB4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C30DE-0D3D-B18F-D2F0-B60D4F99B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17353-6890-DB18-479C-15A8D2C3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EF3E5-08CC-8C84-FE5A-59B71ED4F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17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D9F3-5837-0291-5EF7-C4C86DF3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5C3EB-B6FD-39D5-DE92-EA080ADB8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1E205-60BC-1CBD-5369-0AE599D9A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4CD96-88B9-27D2-B389-929853351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763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C30A-76AE-2504-61BD-B1554537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65C11-1FFB-D5CC-41D1-56DE58C47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25E98-57B9-24C4-6883-AAB91E8E7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6BAD9-58AA-BC0C-AC36-6075BBF8A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6532C-7DFC-4EC2-AFA5-3731AA0E8AF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06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22" name="Group 1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13" name="Rectangle 12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2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0" y="857"/>
                <a:ext cx="8139683" cy="68571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Rectangle 14"/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150349" y="0"/>
                <a:ext cx="5993651" cy="52444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Rectangle 17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93206" y="1042127"/>
                <a:ext cx="8850794" cy="58158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Rectangle 7"/>
            <p:cNvSpPr/>
            <p:nvPr/>
          </p:nvSpPr>
          <p:spPr>
            <a:xfrm>
              <a:off x="685800" y="0"/>
              <a:ext cx="8458200" cy="571500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40000"/>
                  </a:schemeClr>
                </a:gs>
                <a:gs pos="40000">
                  <a:schemeClr val="bg1">
                    <a:alpha val="40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1890000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2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685800" y="5713412"/>
              <a:ext cx="8458200" cy="1588"/>
            </a:xfrm>
            <a:prstGeom prst="line">
              <a:avLst/>
            </a:prstGeom>
            <a:ln w="6350" cap="rnd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850" y="4648201"/>
            <a:ext cx="8134350" cy="1200152"/>
          </a:xfrm>
        </p:spPr>
        <p:txBody>
          <a:bodyPr anchor="b" anchorCtr="0">
            <a:normAutofit/>
          </a:bodyPr>
          <a:lstStyle>
            <a:lvl1pPr algn="l">
              <a:defRPr sz="720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5820696"/>
            <a:ext cx="8077200" cy="9144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None/>
              <a:defRPr sz="16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Rectangle 7"/>
            <p:cNvPicPr>
              <a:picLocks noChangeAspect="1"/>
            </p:cNvPicPr>
            <p:nvPr/>
          </p:nvPicPr>
          <p:blipFill>
            <a:blip r:embed="rId2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3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4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62000"/>
            <a:ext cx="7772400" cy="1362075"/>
          </a:xfrm>
        </p:spPr>
        <p:txBody>
          <a:bodyPr anchor="b" anchorCtr="0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209800"/>
            <a:ext cx="7772400" cy="1500187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1"/>
            <a:ext cx="3886200" cy="48307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295401"/>
            <a:ext cx="3886200" cy="483076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38877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981201"/>
            <a:ext cx="3886200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295400"/>
            <a:ext cx="38862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1981201"/>
            <a:ext cx="3886200" cy="4144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2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3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Rectangle 10"/>
            <p:cNvPicPr>
              <a:picLocks noChangeAspect="1"/>
            </p:cNvPicPr>
            <p:nvPr/>
          </p:nvPicPr>
          <p:blipFill>
            <a:blip r:embed="rId4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2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3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Rectangle 10"/>
            <p:cNvPicPr>
              <a:picLocks noChangeAspect="1"/>
            </p:cNvPicPr>
            <p:nvPr/>
          </p:nvPicPr>
          <p:blipFill>
            <a:blip r:embed="rId4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22852-A508-4967-A48D-48354254F1AE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AAFC-84C7-4BE1-BC5E-CE208EE20C26}" type="slidenum">
              <a:rPr lang="en-US" smtClean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6867525"/>
            <a:chOff x="0" y="0"/>
            <a:chExt cx="9144000" cy="686752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7" name="Rectangle 6"/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2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0" y="857"/>
                <a:ext cx="8139683" cy="68571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Rectangle 7"/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accent3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150349" y="0"/>
                <a:ext cx="5993651" cy="52444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Rectangle 8"/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accent1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93206" y="1042127"/>
                <a:ext cx="8850794" cy="58158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Rectangle 11"/>
            <p:cNvSpPr/>
            <p:nvPr/>
          </p:nvSpPr>
          <p:spPr>
            <a:xfrm flipV="1">
              <a:off x="685800" y="1152525"/>
              <a:ext cx="8458200" cy="571500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35000"/>
                  </a:schemeClr>
                </a:gs>
                <a:gs pos="40000">
                  <a:schemeClr val="bg1">
                    <a:alpha val="35000"/>
                  </a:schemeClr>
                </a:gs>
                <a:gs pos="21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85800" y="1152525"/>
              <a:ext cx="8458200" cy="1588"/>
            </a:xfrm>
            <a:prstGeom prst="line">
              <a:avLst/>
            </a:prstGeom>
            <a:ln w="6350" cap="rnd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8001000" cy="1112838"/>
          </a:xfrm>
          <a:prstGeom prst="rect">
            <a:avLst/>
          </a:prstGeom>
        </p:spPr>
        <p:txBody>
          <a:bodyPr vert="horz" rtlCol="0" anchor="b" anchorCtr="0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1"/>
            <a:ext cx="8001000" cy="48307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0C22852-A508-4967-A48D-48354254F1AE}" type="datetimeFigureOut">
              <a:rPr lang="en-US" smtClean="0">
                <a:solidFill>
                  <a:schemeClr val="tx1"/>
                </a:solidFill>
              </a:rPr>
              <a:pPr/>
              <a:t>9/7/2026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85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B6EAAFC-84C7-4BE1-BC5E-CE208EE20C26}" type="slidenum">
              <a:rPr lang="en-US" smtClean="0">
                <a:solidFill>
                  <a:schemeClr val="tx1"/>
                </a:solidFill>
              </a:rPr>
              <a:pPr/>
              <a:t>‹N›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ts val="600"/>
        </a:spcBef>
        <a:spcAft>
          <a:spcPts val="60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ts val="600"/>
        </a:spcBef>
        <a:spcAft>
          <a:spcPts val="600"/>
        </a:spcAft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ts val="600"/>
        </a:spcBef>
        <a:spcAft>
          <a:spcPts val="60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ts val="600"/>
        </a:spcBef>
        <a:spcAft>
          <a:spcPts val="600"/>
        </a:spcAft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ts val="600"/>
        </a:spcBef>
        <a:spcAft>
          <a:spcPts val="600"/>
        </a:spcAft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35000"/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62000" y="2828924"/>
            <a:ext cx="8134350" cy="1200152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Robust fetal ecg detection from abdominal recordings</a:t>
            </a: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762000" y="4869160"/>
            <a:ext cx="8077200" cy="914400"/>
          </a:xfrm>
        </p:spPr>
        <p:txBody>
          <a:bodyPr/>
          <a:lstStyle/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Implementation of Martens et al. (2007) and evaluation on PhysioNet Challenge 2013 Set-A</a:t>
            </a:r>
          </a:p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Sofia Maggioni | matr. 75788A</a:t>
            </a:r>
          </a:p>
        </p:txBody>
      </p:sp>
      <p:sp>
        <p:nvSpPr>
          <p:cNvPr id="6" name="course-label">
            <a:extLst>
              <a:ext uri="{FF2B5EF4-FFF2-40B4-BE49-F238E27FC236}">
                <a16:creationId xmlns:a16="http://schemas.microsoft.com/office/drawing/2014/main" id="{CA3779E9-C862-14D2-5E55-5A09B3538416}"/>
              </a:ext>
            </a:extLst>
          </p:cNvPr>
          <p:cNvSpPr>
            <a:spLocks noGrp="1"/>
          </p:cNvSpPr>
          <p:nvPr/>
        </p:nvSpPr>
        <p:spPr>
          <a:xfrm>
            <a:off x="-7268" y="90872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C7893"/>
                </a:solidFill>
              </a:defRPr>
            </a:pPr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Biomedical Signal Processing | Unive</a:t>
            </a:r>
            <a:r>
              <a:rPr lang="it-IT" b="1" dirty="0">
                <a:solidFill>
                  <a:schemeClr val="accent6">
                    <a:lumMod val="75000"/>
                  </a:schemeClr>
                </a:solidFill>
              </a:rPr>
              <a:t>rsità degli studi di Milano</a:t>
            </a:r>
            <a:endParaRPr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Context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and clinical challenge</a:t>
            </a:r>
          </a:p>
        </p:txBody>
      </p:sp>
      <p:sp>
        <p:nvSpPr>
          <p:cNvPr id="5" name="section-rule-left">
            <a:extLst>
              <a:ext uri="{FF2B5EF4-FFF2-40B4-BE49-F238E27FC236}">
                <a16:creationId xmlns:a16="http://schemas.microsoft.com/office/drawing/2014/main" id="{5105767A-04BA-1B8D-3537-1082AD6C7197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CBA7EBC-F09D-C0AA-8980-082F060393C8}"/>
              </a:ext>
            </a:extLst>
          </p:cNvPr>
          <p:cNvSpPr txBox="1"/>
          <p:nvPr/>
        </p:nvSpPr>
        <p:spPr>
          <a:xfrm>
            <a:off x="685800" y="1772816"/>
            <a:ext cx="791864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idea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progressively clean the abdominal ECG, remove the maternal ECG, then detect fetal QRS complexes.</a:t>
            </a:r>
          </a:p>
          <a:p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 sz="1350">
                <a:solidFill>
                  <a:srgbClr val="405A68"/>
                </a:solidFill>
              </a:defRPr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 used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PhysioNet Challenge 2013, Set-A </a:t>
            </a:r>
          </a:p>
          <a:p>
            <a:pPr>
              <a:defRPr sz="1350">
                <a:solidFill>
                  <a:srgbClr val="405A68"/>
                </a:solidFill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Main record: a14.</a:t>
            </a:r>
          </a:p>
          <a:p>
            <a:pPr>
              <a:defRPr sz="1350">
                <a:solidFill>
                  <a:srgbClr val="405A68"/>
                </a:solidFill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Batch evaluation: a10, a12, a13, a14, a15</a:t>
            </a:r>
          </a:p>
          <a:p>
            <a:pPr>
              <a:defRPr sz="1350">
                <a:solidFill>
                  <a:srgbClr val="405A68"/>
                </a:solidFill>
              </a:defRPr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dat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= signal | 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hea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= header | 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fqrs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= fetal reference beats</a:t>
            </a:r>
          </a:p>
          <a:p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56D3BD3-6798-AD44-4456-2EBFBDC9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94432" y="5027731"/>
            <a:ext cx="4392368" cy="143675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4AFDC3F-C80B-6B9F-75A6-97CC10D2D3CA}"/>
              </a:ext>
            </a:extLst>
          </p:cNvPr>
          <p:cNvSpPr txBox="1"/>
          <p:nvPr/>
        </p:nvSpPr>
        <p:spPr>
          <a:xfrm>
            <a:off x="685800" y="4365104"/>
            <a:ext cx="3310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«To non-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invasively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detect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extract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weak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fetal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electrocardiogram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fECG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),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which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is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completely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masked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in abdominal recordings by the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dominant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ECG (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mECG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) and severe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biological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instrumental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sz="2000" dirty="0" err="1">
                <a:solidFill>
                  <a:schemeClr val="accent6">
                    <a:lumMod val="75000"/>
                  </a:schemeClr>
                </a:solidFill>
              </a:rPr>
              <a:t>noise</a:t>
            </a:r>
            <a:r>
              <a:rPr lang="it-IT" sz="2000" dirty="0">
                <a:solidFill>
                  <a:schemeClr val="accent6">
                    <a:lumMod val="75000"/>
                  </a:schemeClr>
                </a:solidFill>
              </a:rPr>
              <a:t>.»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Roadmap – pipeline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overview</a:t>
            </a:r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s1-box">
            <a:extLst>
              <a:ext uri="{FF2B5EF4-FFF2-40B4-BE49-F238E27FC236}">
                <a16:creationId xmlns:a16="http://schemas.microsoft.com/office/drawing/2014/main" id="{BD0BB2F9-2452-4A85-0F6B-0F5F0F8ABAC5}"/>
              </a:ext>
            </a:extLst>
          </p:cNvPr>
          <p:cNvSpPr>
            <a:spLocks noGrp="1"/>
          </p:cNvSpPr>
          <p:nvPr/>
        </p:nvSpPr>
        <p:spPr>
          <a:xfrm>
            <a:off x="1870770" y="2459406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s1-box">
            <a:extLst>
              <a:ext uri="{FF2B5EF4-FFF2-40B4-BE49-F238E27FC236}">
                <a16:creationId xmlns:a16="http://schemas.microsoft.com/office/drawing/2014/main" id="{0F33FAD9-CE07-5DCB-3B83-3425B51638B2}"/>
              </a:ext>
            </a:extLst>
          </p:cNvPr>
          <p:cNvSpPr>
            <a:spLocks noGrp="1"/>
          </p:cNvSpPr>
          <p:nvPr/>
        </p:nvSpPr>
        <p:spPr>
          <a:xfrm>
            <a:off x="1870770" y="4094078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1" name="s1-box">
            <a:extLst>
              <a:ext uri="{FF2B5EF4-FFF2-40B4-BE49-F238E27FC236}">
                <a16:creationId xmlns:a16="http://schemas.microsoft.com/office/drawing/2014/main" id="{DFFE5CBB-96A4-52F7-577F-27FE7DEBBC1D}"/>
              </a:ext>
            </a:extLst>
          </p:cNvPr>
          <p:cNvSpPr>
            <a:spLocks noGrp="1"/>
          </p:cNvSpPr>
          <p:nvPr/>
        </p:nvSpPr>
        <p:spPr>
          <a:xfrm>
            <a:off x="5214344" y="4094078"/>
            <a:ext cx="1352550" cy="1181100"/>
          </a:xfrm>
          <a:prstGeom prst="roundRect">
            <a:avLst>
              <a:gd name="adj" fmla="val 9677"/>
            </a:avLst>
          </a:prstGeom>
          <a:solidFill>
            <a:schemeClr val="accent6">
              <a:lumMod val="20000"/>
              <a:lumOff val="80000"/>
            </a:schemeClr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s1-box">
            <a:extLst>
              <a:ext uri="{FF2B5EF4-FFF2-40B4-BE49-F238E27FC236}">
                <a16:creationId xmlns:a16="http://schemas.microsoft.com/office/drawing/2014/main" id="{E0A50E28-5B2A-0AE2-4403-ECE0FE6B6E84}"/>
              </a:ext>
            </a:extLst>
          </p:cNvPr>
          <p:cNvSpPr>
            <a:spLocks noGrp="1"/>
          </p:cNvSpPr>
          <p:nvPr/>
        </p:nvSpPr>
        <p:spPr>
          <a:xfrm>
            <a:off x="3542557" y="4094078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s1-box">
            <a:extLst>
              <a:ext uri="{FF2B5EF4-FFF2-40B4-BE49-F238E27FC236}">
                <a16:creationId xmlns:a16="http://schemas.microsoft.com/office/drawing/2014/main" id="{CC8F708A-2467-9A3F-03E0-E9D8717D4083}"/>
              </a:ext>
            </a:extLst>
          </p:cNvPr>
          <p:cNvSpPr>
            <a:spLocks noGrp="1"/>
          </p:cNvSpPr>
          <p:nvPr/>
        </p:nvSpPr>
        <p:spPr>
          <a:xfrm>
            <a:off x="3542557" y="2459406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7" name="s1-box">
            <a:extLst>
              <a:ext uri="{FF2B5EF4-FFF2-40B4-BE49-F238E27FC236}">
                <a16:creationId xmlns:a16="http://schemas.microsoft.com/office/drawing/2014/main" id="{276DD61F-FFFF-A9F9-DACC-EBA13EE677E9}"/>
              </a:ext>
            </a:extLst>
          </p:cNvPr>
          <p:cNvSpPr>
            <a:spLocks noGrp="1"/>
          </p:cNvSpPr>
          <p:nvPr/>
        </p:nvSpPr>
        <p:spPr>
          <a:xfrm>
            <a:off x="5214344" y="2459406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9746AED-FEC9-007F-9E73-C0BFF0FF4AEE}"/>
              </a:ext>
            </a:extLst>
          </p:cNvPr>
          <p:cNvSpPr txBox="1"/>
          <p:nvPr/>
        </p:nvSpPr>
        <p:spPr>
          <a:xfrm>
            <a:off x="677094" y="1554991"/>
            <a:ext cx="793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A multi-stage, modular workflow for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ECG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suppression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fetal detection, and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morphological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reconstruction</a:t>
            </a:r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section-rule-left">
            <a:extLst>
              <a:ext uri="{FF2B5EF4-FFF2-40B4-BE49-F238E27FC236}">
                <a16:creationId xmlns:a16="http://schemas.microsoft.com/office/drawing/2014/main" id="{A39BEDD8-AD77-2956-A596-381479B884BE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1-state">
            <a:extLst>
              <a:ext uri="{FF2B5EF4-FFF2-40B4-BE49-F238E27FC236}">
                <a16:creationId xmlns:a16="http://schemas.microsoft.com/office/drawing/2014/main" id="{71752CE3-6AC9-F16C-E662-3E91104931DF}"/>
              </a:ext>
            </a:extLst>
          </p:cNvPr>
          <p:cNvSpPr>
            <a:spLocks noGrp="1"/>
          </p:cNvSpPr>
          <p:nvPr/>
        </p:nvSpPr>
        <p:spPr>
          <a:xfrm>
            <a:off x="2042220" y="24887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</a:t>
            </a:r>
            <a:r>
              <a:rPr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4937BF6-9E7C-C79F-F8BA-8F56CF6B083F}"/>
              </a:ext>
            </a:extLst>
          </p:cNvPr>
          <p:cNvSpPr txBox="1"/>
          <p:nvPr/>
        </p:nvSpPr>
        <p:spPr>
          <a:xfrm>
            <a:off x="2002235" y="2935684"/>
            <a:ext cx="1089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Data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ingestion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s1-state">
            <a:extLst>
              <a:ext uri="{FF2B5EF4-FFF2-40B4-BE49-F238E27FC236}">
                <a16:creationId xmlns:a16="http://schemas.microsoft.com/office/drawing/2014/main" id="{DC07A01A-1794-E17E-E66E-8EDF98791A95}"/>
              </a:ext>
            </a:extLst>
          </p:cNvPr>
          <p:cNvSpPr>
            <a:spLocks noGrp="1"/>
          </p:cNvSpPr>
          <p:nvPr/>
        </p:nvSpPr>
        <p:spPr>
          <a:xfrm>
            <a:off x="3714007" y="2459406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S2</a:t>
            </a:r>
            <a:endParaRPr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ABE32FE-7B04-9073-A16A-8E3DB2DD15C4}"/>
              </a:ext>
            </a:extLst>
          </p:cNvPr>
          <p:cNvSpPr txBox="1"/>
          <p:nvPr/>
        </p:nvSpPr>
        <p:spPr>
          <a:xfrm>
            <a:off x="3674022" y="2906340"/>
            <a:ext cx="108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Baseline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removed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s1-state">
            <a:extLst>
              <a:ext uri="{FF2B5EF4-FFF2-40B4-BE49-F238E27FC236}">
                <a16:creationId xmlns:a16="http://schemas.microsoft.com/office/drawing/2014/main" id="{FB44DE13-7303-3F57-33EB-22035E57244F}"/>
              </a:ext>
            </a:extLst>
          </p:cNvPr>
          <p:cNvSpPr>
            <a:spLocks noGrp="1"/>
          </p:cNvSpPr>
          <p:nvPr/>
        </p:nvSpPr>
        <p:spPr>
          <a:xfrm>
            <a:off x="5364088" y="24887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S3</a:t>
            </a:r>
            <a:endParaRPr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091DF0F-1227-AB17-ADC6-8235B1A3D921}"/>
              </a:ext>
            </a:extLst>
          </p:cNvPr>
          <p:cNvSpPr txBox="1"/>
          <p:nvPr/>
        </p:nvSpPr>
        <p:spPr>
          <a:xfrm>
            <a:off x="5345809" y="2917080"/>
            <a:ext cx="108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Power-line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removed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s1-state">
            <a:extLst>
              <a:ext uri="{FF2B5EF4-FFF2-40B4-BE49-F238E27FC236}">
                <a16:creationId xmlns:a16="http://schemas.microsoft.com/office/drawing/2014/main" id="{2AAAD2D7-6995-C663-165F-7BDF9B1D2745}"/>
              </a:ext>
            </a:extLst>
          </p:cNvPr>
          <p:cNvSpPr>
            <a:spLocks noGrp="1"/>
          </p:cNvSpPr>
          <p:nvPr/>
        </p:nvSpPr>
        <p:spPr>
          <a:xfrm>
            <a:off x="2038078" y="4119066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S4</a:t>
            </a:r>
            <a:endParaRPr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95C6BC40-C6B5-F8E2-C95C-60A4D5311941}"/>
              </a:ext>
            </a:extLst>
          </p:cNvPr>
          <p:cNvSpPr txBox="1"/>
          <p:nvPr/>
        </p:nvSpPr>
        <p:spPr>
          <a:xfrm>
            <a:off x="1998093" y="4566000"/>
            <a:ext cx="1089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upsampling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s1-state">
            <a:extLst>
              <a:ext uri="{FF2B5EF4-FFF2-40B4-BE49-F238E27FC236}">
                <a16:creationId xmlns:a16="http://schemas.microsoft.com/office/drawing/2014/main" id="{2D3569A5-0EF6-3FC0-E995-9DDB37D518FE}"/>
              </a:ext>
            </a:extLst>
          </p:cNvPr>
          <p:cNvSpPr>
            <a:spLocks noGrp="1"/>
          </p:cNvSpPr>
          <p:nvPr/>
        </p:nvSpPr>
        <p:spPr>
          <a:xfrm>
            <a:off x="3714007" y="4092447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S5</a:t>
            </a:r>
            <a:endParaRPr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BAB6AE2A-E789-2485-A4BE-ED8D6DDFD785}"/>
              </a:ext>
            </a:extLst>
          </p:cNvPr>
          <p:cNvSpPr txBox="1"/>
          <p:nvPr/>
        </p:nvSpPr>
        <p:spPr>
          <a:xfrm>
            <a:off x="3674022" y="4539381"/>
            <a:ext cx="108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Mathernal</a:t>
            </a: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 ECG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removed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s1-state">
            <a:extLst>
              <a:ext uri="{FF2B5EF4-FFF2-40B4-BE49-F238E27FC236}">
                <a16:creationId xmlns:a16="http://schemas.microsoft.com/office/drawing/2014/main" id="{55E2AC38-38CE-F577-ED69-1620AC32D3F6}"/>
              </a:ext>
            </a:extLst>
          </p:cNvPr>
          <p:cNvSpPr>
            <a:spLocks noGrp="1"/>
          </p:cNvSpPr>
          <p:nvPr/>
        </p:nvSpPr>
        <p:spPr>
          <a:xfrm>
            <a:off x="5377435" y="4119066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C7893"/>
                </a:solidFill>
              </a:defRPr>
            </a:pPr>
            <a:r>
              <a:rPr lang="it-IT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S6</a:t>
            </a:r>
            <a:endParaRPr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91D28247-25D4-3C56-8C79-8AB972AFE59F}"/>
              </a:ext>
            </a:extLst>
          </p:cNvPr>
          <p:cNvSpPr txBox="1"/>
          <p:nvPr/>
        </p:nvSpPr>
        <p:spPr>
          <a:xfrm>
            <a:off x="5337450" y="4566000"/>
            <a:ext cx="108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Fetal ECG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reveal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6FBAD119-DF02-3765-EFC9-BB6BF9F3ACA1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3223320" y="3049956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F5E338DA-E6D1-E31A-A0D7-C52E52253C77}"/>
              </a:ext>
            </a:extLst>
          </p:cNvPr>
          <p:cNvCxnSpPr/>
          <p:nvPr/>
        </p:nvCxnSpPr>
        <p:spPr>
          <a:xfrm>
            <a:off x="4895107" y="3049956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912EB401-AE03-BA50-BD74-041DC364FD2B}"/>
              </a:ext>
            </a:extLst>
          </p:cNvPr>
          <p:cNvCxnSpPr/>
          <p:nvPr/>
        </p:nvCxnSpPr>
        <p:spPr>
          <a:xfrm>
            <a:off x="3223320" y="4653136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06D51BEA-E0DE-9518-A730-C58908A9A586}"/>
              </a:ext>
            </a:extLst>
          </p:cNvPr>
          <p:cNvCxnSpPr/>
          <p:nvPr/>
        </p:nvCxnSpPr>
        <p:spPr>
          <a:xfrm>
            <a:off x="4895107" y="4664617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D43E229E-B697-D34B-292A-FEB441C10779}"/>
              </a:ext>
            </a:extLst>
          </p:cNvPr>
          <p:cNvCxnSpPr/>
          <p:nvPr/>
        </p:nvCxnSpPr>
        <p:spPr>
          <a:xfrm>
            <a:off x="1551533" y="4693192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0CE54E26-802A-A002-4948-40003FE9C23B}"/>
              </a:ext>
            </a:extLst>
          </p:cNvPr>
          <p:cNvCxnSpPr>
            <a:stCxn id="17" idx="3"/>
          </p:cNvCxnSpPr>
          <p:nvPr/>
        </p:nvCxnSpPr>
        <p:spPr>
          <a:xfrm>
            <a:off x="6566894" y="3049956"/>
            <a:ext cx="237354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B9D7674-B387-C563-1687-56CB892E2645}"/>
              </a:ext>
            </a:extLst>
          </p:cNvPr>
          <p:cNvSpPr txBox="1"/>
          <p:nvPr/>
        </p:nvSpPr>
        <p:spPr>
          <a:xfrm>
            <a:off x="817129" y="5522537"/>
            <a:ext cx="23619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Preprocessing</a:t>
            </a:r>
            <a:r>
              <a:rPr lang="it-IT" sz="1400" dirty="0"/>
              <a:t>: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remove baseline wander and attenuates to 50 Hz the power-line interference.</a:t>
            </a: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Phase S2 &amp; S3</a:t>
            </a:r>
          </a:p>
          <a:p>
            <a:endParaRPr lang="it-IT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F85468BA-5CA0-B7CF-7FC5-4906948D3AB4}"/>
              </a:ext>
            </a:extLst>
          </p:cNvPr>
          <p:cNvSpPr txBox="1"/>
          <p:nvPr/>
        </p:nvSpPr>
        <p:spPr>
          <a:xfrm>
            <a:off x="5578838" y="5543369"/>
            <a:ext cx="2213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Upsampling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it-IT" sz="1400" dirty="0" err="1">
                <a:solidFill>
                  <a:schemeClr val="accent6">
                    <a:lumMod val="75000"/>
                  </a:schemeClr>
                </a:solidFill>
              </a:rPr>
              <a:t>increases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 the sampling rate from 100Hz to 200Hz, </a:t>
            </a:r>
            <a:r>
              <a:rPr lang="it-IT" sz="1400" dirty="0" err="1">
                <a:solidFill>
                  <a:schemeClr val="accent6">
                    <a:lumMod val="75000"/>
                  </a:schemeClr>
                </a:solidFill>
              </a:rPr>
              <a:t>halving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 the sampling </a:t>
            </a:r>
            <a:r>
              <a:rPr lang="it-IT" sz="1400" dirty="0" err="1">
                <a:solidFill>
                  <a:schemeClr val="accent6">
                    <a:lumMod val="75000"/>
                  </a:schemeClr>
                </a:solidFill>
              </a:rPr>
              <a:t>interval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 to 0.5 ms. </a:t>
            </a:r>
          </a:p>
          <a:p>
            <a:r>
              <a:rPr lang="it-IT" sz="1400" dirty="0" err="1">
                <a:solidFill>
                  <a:schemeClr val="accent6">
                    <a:lumMod val="75000"/>
                  </a:schemeClr>
                </a:solidFill>
              </a:rPr>
              <a:t>Phase</a:t>
            </a:r>
            <a:r>
              <a:rPr lang="it-IT" sz="1400" dirty="0">
                <a:solidFill>
                  <a:schemeClr val="accent6">
                    <a:lumMod val="75000"/>
                  </a:schemeClr>
                </a:solidFill>
              </a:rPr>
              <a:t> S4</a:t>
            </a:r>
          </a:p>
        </p:txBody>
      </p:sp>
      <p:sp>
        <p:nvSpPr>
          <p:cNvPr id="60" name="s1-box">
            <a:extLst>
              <a:ext uri="{FF2B5EF4-FFF2-40B4-BE49-F238E27FC236}">
                <a16:creationId xmlns:a16="http://schemas.microsoft.com/office/drawing/2014/main" id="{C2C088F1-E710-3962-CA55-685E65C45668}"/>
              </a:ext>
            </a:extLst>
          </p:cNvPr>
          <p:cNvSpPr>
            <a:spLocks noGrp="1"/>
          </p:cNvSpPr>
          <p:nvPr/>
        </p:nvSpPr>
        <p:spPr>
          <a:xfrm>
            <a:off x="6886131" y="4102642"/>
            <a:ext cx="13525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684F0646-6D91-E603-6906-9BF4A28EC3B9}"/>
              </a:ext>
            </a:extLst>
          </p:cNvPr>
          <p:cNvSpPr txBox="1"/>
          <p:nvPr/>
        </p:nvSpPr>
        <p:spPr>
          <a:xfrm>
            <a:off x="7017596" y="4277693"/>
            <a:ext cx="1089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38">
                <a:solidFill>
                  <a:srgbClr val="405A68"/>
                </a:solidFill>
              </a:defRPr>
            </a:pPr>
            <a:r>
              <a:rPr lang="it-IT" sz="1600" dirty="0">
                <a:solidFill>
                  <a:schemeClr val="accent6">
                    <a:lumMod val="75000"/>
                  </a:schemeClr>
                </a:solidFill>
              </a:rPr>
              <a:t>Post processing &amp; </a:t>
            </a:r>
            <a:r>
              <a:rPr lang="it-IT" sz="1600" dirty="0" err="1">
                <a:solidFill>
                  <a:schemeClr val="accent6">
                    <a:lumMod val="75000"/>
                  </a:schemeClr>
                </a:solidFill>
              </a:rPr>
              <a:t>validation</a:t>
            </a:r>
            <a:endParaRPr lang="it-IT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F4B5574B-2AE5-41E9-B81C-04F85DB87F68}"/>
              </a:ext>
            </a:extLst>
          </p:cNvPr>
          <p:cNvCxnSpPr/>
          <p:nvPr/>
        </p:nvCxnSpPr>
        <p:spPr>
          <a:xfrm>
            <a:off x="6566894" y="4693191"/>
            <a:ext cx="319237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Baseline </a:t>
            </a:r>
            <a:r>
              <a:rPr lang="it-IT" dirty="0" err="1">
                <a:solidFill>
                  <a:srgbClr val="002060"/>
                </a:solidFill>
              </a:rPr>
              <a:t>wander</a:t>
            </a:r>
            <a:r>
              <a:rPr lang="it-IT" dirty="0">
                <a:solidFill>
                  <a:srgbClr val="002060"/>
                </a:solidFill>
              </a:rPr>
              <a:t> </a:t>
            </a:r>
            <a:r>
              <a:rPr lang="it-IT" dirty="0" err="1">
                <a:solidFill>
                  <a:srgbClr val="002060"/>
                </a:solidFill>
              </a:rPr>
              <a:t>removed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C16BC9B1-D7D5-6268-907D-08D71DDC3681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092D415-2C88-B7E9-7ACE-97E6757FA181}"/>
              </a:ext>
            </a:extLst>
          </p:cNvPr>
          <p:cNvSpPr txBox="1"/>
          <p:nvPr/>
        </p:nvSpPr>
        <p:spPr>
          <a:xfrm>
            <a:off x="611560" y="1615556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From S1 to S2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AC8C8F-21D4-1677-0677-50A367C6B8D0}"/>
              </a:ext>
            </a:extLst>
          </p:cNvPr>
          <p:cNvSpPr txBox="1"/>
          <p:nvPr/>
        </p:nvSpPr>
        <p:spPr>
          <a:xfrm>
            <a:off x="611561" y="2160065"/>
            <a:ext cx="8075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Baseline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wander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: is a low-frequency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disturbance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(&lt;1Hz)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superimposed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on the ECG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signal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This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prevents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waveform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from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returning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to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isoelectric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line (zero)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between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successive beats,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causing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R-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peaks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to start from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shifting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baselines and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introducing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detection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errors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DECA3B4-46DA-B3A2-3056-E7CC6BCB5D58}"/>
              </a:ext>
            </a:extLst>
          </p:cNvPr>
          <p:cNvSpPr txBox="1"/>
          <p:nvPr/>
        </p:nvSpPr>
        <p:spPr>
          <a:xfrm>
            <a:off x="1880828" y="3861048"/>
            <a:ext cx="5382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5A68"/>
                </a:solidFill>
              </a:defRPr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 high-pass FIR filter removes very slow components while preserving the QRS peaks.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F8A1FB4-9B75-055E-BE6D-F29A637D0B32}"/>
              </a:ext>
            </a:extLst>
          </p:cNvPr>
          <p:cNvSpPr txBox="1"/>
          <p:nvPr/>
        </p:nvSpPr>
        <p:spPr>
          <a:xfrm>
            <a:off x="2895610" y="4199602"/>
            <a:ext cx="3352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For this filter I decide to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apply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 cutoff of 3Hz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44D88BDF-5CB3-AC24-7D38-67CD8D6FA14B}"/>
              </a:ext>
            </a:extLst>
          </p:cNvPr>
          <p:cNvSpPr/>
          <p:nvPr/>
        </p:nvSpPr>
        <p:spPr>
          <a:xfrm>
            <a:off x="4374059" y="3140968"/>
            <a:ext cx="395881" cy="504056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18C4DB-4807-EB23-3DB3-259B67774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" y="4740854"/>
            <a:ext cx="3572425" cy="1408742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D4C5E05-637F-B8D2-C197-A38F6ADA6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579" y="4740854"/>
            <a:ext cx="5067909" cy="164802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Power-line </a:t>
            </a:r>
            <a:r>
              <a:rPr lang="it-IT" dirty="0" err="1">
                <a:solidFill>
                  <a:srgbClr val="002060"/>
                </a:solidFill>
              </a:rPr>
              <a:t>interference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26B6ACF4-4DE7-B8AF-8DD5-225FE0782C18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5C44136-F2AE-916C-58EC-9247A419D75E}"/>
              </a:ext>
            </a:extLst>
          </p:cNvPr>
          <p:cNvSpPr txBox="1"/>
          <p:nvPr/>
        </p:nvSpPr>
        <p:spPr>
          <a:xfrm>
            <a:off x="611560" y="1615556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From S2 to S3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2542D10-C77E-EF4A-F468-623440538670}"/>
              </a:ext>
            </a:extLst>
          </p:cNvPr>
          <p:cNvSpPr txBox="1"/>
          <p:nvPr/>
        </p:nvSpPr>
        <p:spPr>
          <a:xfrm>
            <a:off x="611561" y="2160065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Power-line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interference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is 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narrow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-band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noise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occurring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50 Hz and its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higher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harmonics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(100 Hz and 150 Hz). 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98ADB492-F3FC-208F-52DB-EF7E8C923F70}"/>
              </a:ext>
            </a:extLst>
          </p:cNvPr>
          <p:cNvSpPr/>
          <p:nvPr/>
        </p:nvSpPr>
        <p:spPr>
          <a:xfrm>
            <a:off x="4374059" y="2636912"/>
            <a:ext cx="395881" cy="504056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8B173D7-F519-E051-EB3A-CDA1838CEE4B}"/>
              </a:ext>
            </a:extLst>
          </p:cNvPr>
          <p:cNvSpPr txBox="1"/>
          <p:nvPr/>
        </p:nvSpPr>
        <p:spPr>
          <a:xfrm>
            <a:off x="689148" y="3248483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I use a time-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adaptive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estimation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subtraction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method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EE1C1170-4EE3-B1AC-D73D-D383879CE143}"/>
                  </a:ext>
                </a:extLst>
              </p:cNvPr>
              <p:cNvSpPr txBox="1"/>
              <p:nvPr/>
            </p:nvSpPr>
            <p:spPr>
              <a:xfrm>
                <a:off x="685800" y="3792992"/>
                <a:ext cx="8001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1° I Estimate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harmonic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amplitude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phase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→</m:t>
                    </m:r>
                  </m:oMath>
                </a14:m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Synthesize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estimated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sinusoids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→</m:t>
                    </m:r>
                  </m:oMath>
                </a14:m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Subtract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from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signal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2° I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perform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a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quantification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of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removed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interference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(RMS).</a:t>
                </a:r>
              </a:p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3°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identify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channel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with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highest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disturbance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, and compare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results</a:t>
                </a:r>
                <a:endParaRPr lang="it-IT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EE1C1170-4EE3-B1AC-D73D-D383879CE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792992"/>
                <a:ext cx="8001000" cy="923330"/>
              </a:xfrm>
              <a:prstGeom prst="rect">
                <a:avLst/>
              </a:prstGeom>
              <a:blipFill>
                <a:blip r:embed="rId3"/>
                <a:stretch>
                  <a:fillRect l="-686" t="-3289" b="-9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magine 17">
            <a:extLst>
              <a:ext uri="{FF2B5EF4-FFF2-40B4-BE49-F238E27FC236}">
                <a16:creationId xmlns:a16="http://schemas.microsoft.com/office/drawing/2014/main" id="{1B6B00FF-D4B7-C2E5-F47B-CDF6F2BF0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481" y="4828025"/>
            <a:ext cx="5333754" cy="190840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4A20-FBA0-5CA3-A25B-3B21F5DB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A58D92-A790-0A39-B6AA-EB1582EA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upsampling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662BB6A0-F8FC-47F4-A205-346CD09C9E92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A15461-3870-2989-5610-5B62A7C32BF4}"/>
              </a:ext>
            </a:extLst>
          </p:cNvPr>
          <p:cNvSpPr txBox="1"/>
          <p:nvPr/>
        </p:nvSpPr>
        <p:spPr>
          <a:xfrm>
            <a:off x="611560" y="1615556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From S3 to S4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56A102B-A93C-ED90-4D9C-1CFA5C5779A5}"/>
              </a:ext>
            </a:extLst>
          </p:cNvPr>
          <p:cNvSpPr txBox="1"/>
          <p:nvPr/>
        </p:nvSpPr>
        <p:spPr>
          <a:xfrm>
            <a:off x="611561" y="2160065"/>
            <a:ext cx="80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Upsampling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Increases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sampling frequency from 1000 Hz to 2000 Hz to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enable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fine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alignment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of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average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template with each R-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peak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07783C13-36C4-44D5-FC1C-32CFB0488B9B}"/>
              </a:ext>
            </a:extLst>
          </p:cNvPr>
          <p:cNvSpPr/>
          <p:nvPr/>
        </p:nvSpPr>
        <p:spPr>
          <a:xfrm>
            <a:off x="4374059" y="2636912"/>
            <a:ext cx="395881" cy="504056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0861AF-96DE-CC71-7CD7-42462C26D330}"/>
              </a:ext>
            </a:extLst>
          </p:cNvPr>
          <p:cNvSpPr txBox="1"/>
          <p:nvPr/>
        </p:nvSpPr>
        <p:spPr>
          <a:xfrm>
            <a:off x="689148" y="3248483"/>
            <a:ext cx="807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The sampling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interval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reduced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from 1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to 0.5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</a:t>
            </a:r>
          </a:p>
          <a:p>
            <a:pPr algn="ctr"/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doubling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number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of samples per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channel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from 60,000 to 120,000.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432ABDD-7211-17EE-77CB-B563B239E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32" y="4070226"/>
            <a:ext cx="7153536" cy="23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4673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4449-23C7-3CFB-A201-3F9E2C88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F24ECF-D57C-4008-B337-EA3AB9C5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Mqrs</a:t>
            </a:r>
            <a:r>
              <a:rPr lang="it-IT" dirty="0">
                <a:solidFill>
                  <a:srgbClr val="002060"/>
                </a:solidFill>
              </a:rPr>
              <a:t> detection</a:t>
            </a: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CBB3F32A-D9FA-4E29-6386-85C365F1570F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20CDFCD-7308-F779-C7E1-177898D74C2C}"/>
              </a:ext>
            </a:extLst>
          </p:cNvPr>
          <p:cNvSpPr txBox="1"/>
          <p:nvPr/>
        </p:nvSpPr>
        <p:spPr>
          <a:xfrm>
            <a:off x="611560" y="161555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S4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C34FA6F-1C91-E8C1-FF2D-BA836777D351}"/>
              </a:ext>
            </a:extLst>
          </p:cNvPr>
          <p:cNvSpPr txBox="1"/>
          <p:nvPr/>
        </p:nvSpPr>
        <p:spPr>
          <a:xfrm>
            <a:off x="611561" y="2160065"/>
            <a:ext cx="807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To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detect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mathernal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QRS I use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three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different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steps: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5AD0127D-2F00-C4FF-EFB1-34B42B378811}"/>
                  </a:ext>
                </a:extLst>
              </p:cNvPr>
              <p:cNvSpPr txBox="1"/>
              <p:nvPr/>
            </p:nvSpPr>
            <p:spPr>
              <a:xfrm>
                <a:off x="611560" y="2704574"/>
                <a:ext cx="8001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1° PCA (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principal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component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analysis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)</a:t>
                </a:r>
              </a:p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2° I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reconstruct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ideal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maternal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QRS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complex</a:t>
                </a:r>
                <a:endParaRPr lang="it-IT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3° I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find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the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actual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beats </a:t>
                </a:r>
                <a14:m>
                  <m:oMath xmlns:m="http://schemas.openxmlformats.org/officeDocument/2006/math">
                    <m:r>
                      <a:rPr lang="it-IT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→</m:t>
                    </m:r>
                  </m:oMath>
                </a14:m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thanks to an index table that I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am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it-IT" dirty="0" err="1">
                    <a:solidFill>
                      <a:schemeClr val="accent6">
                        <a:lumMod val="75000"/>
                      </a:schemeClr>
                    </a:solidFill>
                  </a:rPr>
                  <a:t>going</a:t>
                </a:r>
                <a:r>
                  <a:rPr lang="it-IT" dirty="0">
                    <a:solidFill>
                      <a:schemeClr val="accent6">
                        <a:lumMod val="75000"/>
                      </a:schemeClr>
                    </a:solidFill>
                  </a:rPr>
                  <a:t> to use on the next step.</a:t>
                </a: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5AD0127D-2F00-C4FF-EFB1-34B42B378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04574"/>
                <a:ext cx="8001000" cy="923330"/>
              </a:xfrm>
              <a:prstGeom prst="rect">
                <a:avLst/>
              </a:prstGeom>
              <a:blipFill>
                <a:blip r:embed="rId3"/>
                <a:stretch>
                  <a:fillRect l="-609" t="-3974" b="-99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4B8EC87D-6886-472D-F8F0-803C7CFE1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3803081"/>
            <a:ext cx="3944074" cy="229021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A2B59F9-A91A-3C38-A41A-6FEC2B6629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03081"/>
            <a:ext cx="4272005" cy="283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598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61AC-6FCE-DEA8-70CA-CC65B7F5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541A55-4113-8A45-086D-C96D9CF0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Mqrs</a:t>
            </a:r>
            <a:r>
              <a:rPr lang="it-IT" dirty="0">
                <a:solidFill>
                  <a:srgbClr val="002060"/>
                </a:solidFill>
              </a:rPr>
              <a:t> </a:t>
            </a:r>
            <a:r>
              <a:rPr lang="it-IT" dirty="0" err="1">
                <a:solidFill>
                  <a:srgbClr val="002060"/>
                </a:solidFill>
              </a:rPr>
              <a:t>removed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6ACBD0D4-E5EE-3CDE-8C20-D47FED0DA482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AF37F64-5C56-8688-423F-B9EC1C56D046}"/>
              </a:ext>
            </a:extLst>
          </p:cNvPr>
          <p:cNvSpPr txBox="1"/>
          <p:nvPr/>
        </p:nvSpPr>
        <p:spPr>
          <a:xfrm>
            <a:off x="611560" y="1615556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From S4 to S5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E82AC4B-606F-1864-9F39-C720F7C9983B}"/>
              </a:ext>
            </a:extLst>
          </p:cNvPr>
          <p:cNvSpPr txBox="1"/>
          <p:nvPr/>
        </p:nvSpPr>
        <p:spPr>
          <a:xfrm>
            <a:off x="611560" y="1988336"/>
            <a:ext cx="8075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For each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beat,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algorithm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uses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preceding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beats 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to build 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local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ECG estimate. The estimate is 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into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P-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wave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QRS-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T-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wave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zones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Each zone 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scaled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separately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then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full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estimated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ECG is 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subtracted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After that As 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simple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check, I compare the RMS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amplitude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around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QRS positions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before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and after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cancellation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lower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RMS after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cancellation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means that the large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maternal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QRS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peaks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were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reduced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E035257-320D-2DEF-EFA1-F8A3BE0F7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088" y="3627859"/>
            <a:ext cx="6228184" cy="307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8587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5C72-14EB-00F7-75B2-52114A5D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23A009-9143-338C-5AAA-94BC27D4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002060"/>
                </a:solidFill>
              </a:rPr>
              <a:t>fqrs</a:t>
            </a:r>
            <a:r>
              <a:rPr lang="it-IT" dirty="0">
                <a:solidFill>
                  <a:srgbClr val="002060"/>
                </a:solidFill>
              </a:rPr>
              <a:t> </a:t>
            </a:r>
            <a:r>
              <a:rPr lang="it-IT" dirty="0" err="1">
                <a:solidFill>
                  <a:srgbClr val="002060"/>
                </a:solidFill>
              </a:rPr>
              <a:t>removed</a:t>
            </a:r>
            <a:endParaRPr lang="it-IT" dirty="0">
              <a:solidFill>
                <a:srgbClr val="002060"/>
              </a:solidFill>
            </a:endParaRP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22E43D4D-C4BC-C51B-2B55-1CB0758AC874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DAFF9A1-2F79-83B3-82C6-1C5D6B9884E3}"/>
              </a:ext>
            </a:extLst>
          </p:cNvPr>
          <p:cNvSpPr txBox="1"/>
          <p:nvPr/>
        </p:nvSpPr>
        <p:spPr>
          <a:xfrm>
            <a:off x="611560" y="1615556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From S5 to S6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023A565-4316-09CF-4917-4610EC80C6FD}"/>
              </a:ext>
            </a:extLst>
          </p:cNvPr>
          <p:cNvSpPr txBox="1"/>
          <p:nvPr/>
        </p:nvSpPr>
        <p:spPr>
          <a:xfrm>
            <a:off x="611560" y="1988336"/>
            <a:ext cx="8075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I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detects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QRS positions and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evaluates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them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against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reference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annotations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supplied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by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PhysioNet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I use 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it-IT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fqrs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file,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converting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into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2000 Hz.</a:t>
            </a:r>
          </a:p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detected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beat 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counted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correct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if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falls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within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50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of 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reference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beat. This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gives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true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positives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false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positives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false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negatives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, sensitivity, positive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predictive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value, and F1-score. I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also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calculate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R-R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interval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and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estimated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heart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rate from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detected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fetal beats.</a:t>
            </a:r>
          </a:p>
          <a:p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DF61CFE-09E7-2203-B69E-A6C3550D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15" y="3861048"/>
            <a:ext cx="7470369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837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860C-E1E9-4EE2-0E42-2EB8C199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EDE21-7180-E752-4F61-32596CC8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Batch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evolution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on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other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records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section-rule-left">
            <a:extLst>
              <a:ext uri="{FF2B5EF4-FFF2-40B4-BE49-F238E27FC236}">
                <a16:creationId xmlns:a16="http://schemas.microsoft.com/office/drawing/2014/main" id="{D91A3CD3-2568-17C5-FDB8-E3BA26848ACE}"/>
              </a:ext>
            </a:extLst>
          </p:cNvPr>
          <p:cNvSpPr>
            <a:spLocks noGrp="1"/>
          </p:cNvSpPr>
          <p:nvPr/>
        </p:nvSpPr>
        <p:spPr>
          <a:xfrm>
            <a:off x="685800" y="1412775"/>
            <a:ext cx="8001000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4A0A7E0-41CA-4309-E9A3-E4FEA746DE06}"/>
              </a:ext>
            </a:extLst>
          </p:cNvPr>
          <p:cNvSpPr txBox="1"/>
          <p:nvPr/>
        </p:nvSpPr>
        <p:spPr>
          <a:xfrm>
            <a:off x="685800" y="1615556"/>
            <a:ext cx="8075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For the project,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is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useful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to show that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implementation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can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also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be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tested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on multiple recordings</a:t>
            </a:r>
          </a:p>
          <a:p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We use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five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Set-A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records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it-IT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a10, a12, a13, a14, a15</a:t>
            </a:r>
          </a:p>
          <a:p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These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four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records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check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whether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same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code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also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runs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on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different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signals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. `a11`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was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used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in this small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final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batch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because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the PCA step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did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converge on that record with the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fixed</a:t>
            </a:r>
            <a:r>
              <a:rPr lang="it-IT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75000"/>
                  </a:schemeClr>
                </a:solidFill>
              </a:rPr>
              <a:t>parameters</a:t>
            </a:r>
            <a:endParaRPr lang="it-IT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it-IT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1334E48-6BCC-A348-6B4F-7085D9022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948" y="3092884"/>
            <a:ext cx="5508104" cy="34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286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ci_fair_72dpi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ience Fair">
      <a:majorFont>
        <a:latin typeface="Tw Cen MT Condensed"/>
        <a:ea typeface=""/>
        <a:cs typeface=""/>
      </a:majorFont>
      <a:minorFont>
        <a:latin typeface="Tw Cen M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7851d254-ce09-43b6-8d90-072588e7901c">english</DirectSourceMarket>
    <ApprovalStatus xmlns="7851d254-ce09-43b6-8d90-072588e7901c">InProgress</ApprovalStatus>
    <MarketSpecific xmlns="7851d254-ce09-43b6-8d90-072588e7901c">false</MarketSpecific>
    <PrimaryImageGen xmlns="7851d254-ce09-43b6-8d90-072588e7901c">true</PrimaryImageGen>
    <ThumbnailAssetId xmlns="7851d254-ce09-43b6-8d90-072588e7901c" xsi:nil="true"/>
    <LegacyData xmlns="7851d254-ce09-43b6-8d90-072588e7901c">ListingID:;Manager:;BuildStatus:Publish Pending;MockupPath:</LegacyData>
    <TPFriendlyName xmlns="7851d254-ce09-43b6-8d90-072588e7901c">Presentation for science fair project</TPFriendlyName>
    <NumericId xmlns="7851d254-ce09-43b6-8d90-072588e7901c">-1</NumericId>
    <BusinessGroup xmlns="7851d254-ce09-43b6-8d90-072588e7901c" xsi:nil="true"/>
    <SourceTitle xmlns="7851d254-ce09-43b6-8d90-072588e7901c">Presentation for science fair project</SourceTitle>
    <APEditor xmlns="7851d254-ce09-43b6-8d90-072588e7901c">
      <UserInfo>
        <DisplayName>REDMOND\v-luannv</DisplayName>
        <AccountId>237</AccountId>
        <AccountType/>
      </UserInfo>
    </APEditor>
    <OpenTemplate xmlns="7851d254-ce09-43b6-8d90-072588e7901c">true</OpenTemplate>
    <UALocComments xmlns="7851d254-ce09-43b6-8d90-072588e7901c" xsi:nil="true"/>
    <ParentAssetId xmlns="7851d254-ce09-43b6-8d90-072588e7901c" xsi:nil="true"/>
    <PublishStatusLookup xmlns="7851d254-ce09-43b6-8d90-072588e7901c">
      <Value>256776</Value>
      <Value>353437</Value>
    </PublishStatusLookup>
    <LastPublishResultLookup xmlns="7851d254-ce09-43b6-8d90-072588e7901c" xsi:nil="true"/>
    <IntlLangReviewDate xmlns="7851d254-ce09-43b6-8d90-072588e7901c">2010-04-16T13:14:00+00:00</IntlLangReviewDate>
    <MachineTranslated xmlns="7851d254-ce09-43b6-8d90-072588e7901c">false</MachineTranslated>
    <Providers xmlns="7851d254-ce09-43b6-8d90-072588e7901c" xsi:nil="true"/>
    <OriginalSourceMarket xmlns="7851d254-ce09-43b6-8d90-072588e7901c">english</OriginalSourceMarket>
    <TPInstallLocation xmlns="7851d254-ce09-43b6-8d90-072588e7901c">{My Templates}</TPInstallLocation>
    <ClipArtFilename xmlns="7851d254-ce09-43b6-8d90-072588e7901c" xsi:nil="true"/>
    <APDescription xmlns="7851d254-ce09-43b6-8d90-072588e7901c" xsi:nil="true"/>
    <ContentItem xmlns="7851d254-ce09-43b6-8d90-072588e7901c" xsi:nil="true"/>
    <APAuthor xmlns="7851d254-ce09-43b6-8d90-072588e7901c">
      <UserInfo>
        <DisplayName>REDMOND\cynvey</DisplayName>
        <AccountId>242</AccountId>
        <AccountType/>
      </UserInfo>
    </APAuthor>
    <TPCommandLine xmlns="7851d254-ce09-43b6-8d90-072588e7901c">{PP} /n {FilePath}</TPCommandLine>
    <TPAppVersion xmlns="7851d254-ce09-43b6-8d90-072588e7901c">12</TPAppVersion>
    <PublishTargets xmlns="7851d254-ce09-43b6-8d90-072588e7901c">OfficeOnline</PublishTargets>
    <EditorialStatus xmlns="7851d254-ce09-43b6-8d90-072588e7901c" xsi:nil="true"/>
    <TPLaunchHelpLinkType xmlns="7851d254-ce09-43b6-8d90-072588e7901c" xsi:nil="true"/>
    <LastModifiedDateTime xmlns="7851d254-ce09-43b6-8d90-072588e7901c">2010-04-16T13:14:00+00:00</LastModifiedDateTime>
    <TimesCloned xmlns="7851d254-ce09-43b6-8d90-072588e7901c" xsi:nil="true"/>
    <Provider xmlns="7851d254-ce09-43b6-8d90-072588e7901c">EY006220130</Provider>
    <FriendlyTitle xmlns="7851d254-ce09-43b6-8d90-072588e7901c" xsi:nil="true"/>
    <LastHandOff xmlns="7851d254-ce09-43b6-8d90-072588e7901c" xsi:nil="true"/>
    <AcquiredFrom xmlns="7851d254-ce09-43b6-8d90-072588e7901c">Community</AcquiredFrom>
    <AssetStart xmlns="7851d254-ce09-43b6-8d90-072588e7901c">2010-02-26T13:24:26+00:00</AssetStart>
    <UACurrentWords xmlns="7851d254-ce09-43b6-8d90-072588e7901c">0</UACurrentWords>
    <UALocRecommendation xmlns="7851d254-ce09-43b6-8d90-072588e7901c">Localize</UALocRecommendation>
    <Manager xmlns="7851d254-ce09-43b6-8d90-072588e7901c" xsi:nil="true"/>
    <TPClientViewer xmlns="7851d254-ce09-43b6-8d90-072588e7901c" xsi:nil="true"/>
    <ArtSampleDocs xmlns="7851d254-ce09-43b6-8d90-072588e7901c" xsi:nil="true"/>
    <IsDeleted xmlns="7851d254-ce09-43b6-8d90-072588e7901c">false</IsDeleted>
    <UANotes xmlns="7851d254-ce09-43b6-8d90-072588e7901c">online only</UANotes>
    <ShowIn xmlns="7851d254-ce09-43b6-8d90-072588e7901c" xsi:nil="true"/>
    <OOCacheId xmlns="7851d254-ce09-43b6-8d90-072588e7901c" xsi:nil="true"/>
    <CSXHash xmlns="7851d254-ce09-43b6-8d90-072588e7901c" xsi:nil="true"/>
    <TemplateStatus xmlns="7851d254-ce09-43b6-8d90-072588e7901c" xsi:nil="true"/>
    <Downloads xmlns="7851d254-ce09-43b6-8d90-072588e7901c">0</Downloads>
    <VoteCount xmlns="7851d254-ce09-43b6-8d90-072588e7901c" xsi:nil="true"/>
    <DSATActionTaken xmlns="7851d254-ce09-43b6-8d90-072588e7901c">Best Bets</DSATActionTaken>
    <CSXSubmissionMarket xmlns="7851d254-ce09-43b6-8d90-072588e7901c" xsi:nil="true"/>
    <AssetExpire xmlns="7851d254-ce09-43b6-8d90-072588e7901c">2100-01-01T00:00:00+00:00</AssetExpire>
    <EditorialTags xmlns="7851d254-ce09-43b6-8d90-072588e7901c" xsi:nil="true"/>
    <SubmitterId xmlns="7851d254-ce09-43b6-8d90-072588e7901c" xsi:nil="true"/>
    <TPExecutable xmlns="7851d254-ce09-43b6-8d90-072588e7901c" xsi:nil="true"/>
    <AssetType xmlns="7851d254-ce09-43b6-8d90-072588e7901c">TP</AssetType>
    <ApprovalLog xmlns="7851d254-ce09-43b6-8d90-072588e7901c" xsi:nil="true"/>
    <CSXUpdate xmlns="7851d254-ce09-43b6-8d90-072588e7901c">false</CSXUpdate>
    <CSXSubmissionDate xmlns="7851d254-ce09-43b6-8d90-072588e7901c" xsi:nil="true"/>
    <BugNumber xmlns="7851d254-ce09-43b6-8d90-072588e7901c" xsi:nil="true"/>
    <TPComponent xmlns="7851d254-ce09-43b6-8d90-072588e7901c">PPTFiles</TPComponent>
    <Milestone xmlns="7851d254-ce09-43b6-8d90-072588e7901c" xsi:nil="true"/>
    <OriginAsset xmlns="7851d254-ce09-43b6-8d90-072588e7901c" xsi:nil="true"/>
    <AssetId xmlns="7851d254-ce09-43b6-8d90-072588e7901c">TP010165956</AssetId>
    <TPLaunchHelpLink xmlns="7851d254-ce09-43b6-8d90-072588e7901c" xsi:nil="true"/>
    <TPApplication xmlns="7851d254-ce09-43b6-8d90-072588e7901c">PowerPoint</TPApplication>
    <IntlLocPriority xmlns="7851d254-ce09-43b6-8d90-072588e7901c" xsi:nil="true"/>
    <PolicheckWords xmlns="7851d254-ce09-43b6-8d90-072588e7901c" xsi:nil="true"/>
    <HandoffToMSDN xmlns="7851d254-ce09-43b6-8d90-072588e7901c">2010-04-16T13:14:00+00:00</HandoffToMSDN>
    <PlannedPubDate xmlns="7851d254-ce09-43b6-8d90-072588e7901c">2010-04-16T13:14:00+00:00</PlannedPubDate>
    <IntlLangReviewer xmlns="7851d254-ce09-43b6-8d90-072588e7901c" xsi:nil="true"/>
    <CrawlForDependencies xmlns="7851d254-ce09-43b6-8d90-072588e7901c">false</CrawlForDependencies>
    <TrustLevel xmlns="7851d254-ce09-43b6-8d90-072588e7901c">1 Microsoft Managed Content</TrustLevel>
    <IsSearchable xmlns="7851d254-ce09-43b6-8d90-072588e7901c">false</IsSearchable>
    <TPNamespace xmlns="7851d254-ce09-43b6-8d90-072588e7901c" xsi:nil="true"/>
    <TemplateTemplateType xmlns="7851d254-ce09-43b6-8d90-072588e7901c">PowerPoint 12 Default</TemplateTemplateType>
    <Markets xmlns="7851d254-ce09-43b6-8d90-072588e7901c"/>
    <OutputCachingOn xmlns="7851d254-ce09-43b6-8d90-072588e7901c">false</OutputCachingOn>
    <IntlLangReview xmlns="7851d254-ce09-43b6-8d90-072588e7901c" xsi:nil="true"/>
    <UAProjectedTotalWords xmlns="7851d254-ce09-43b6-8d90-072588e7901c" xsi:nil="true"/>
    <CampaignTagsTaxHTField0 xmlns="7851d254-ce09-43b6-8d90-072588e7901c">
      <Terms xmlns="http://schemas.microsoft.com/office/infopath/2007/PartnerControls"/>
    </CampaignTagsTaxHTField0>
    <LocPublishedDependentAssetsLookup xmlns="7851d254-ce09-43b6-8d90-072588e7901c" xsi:nil="true"/>
    <LocOverallLocStatusLookup xmlns="7851d254-ce09-43b6-8d90-072588e7901c" xsi:nil="true"/>
    <InternalTagsTaxHTField0 xmlns="7851d254-ce09-43b6-8d90-072588e7901c">
      <Terms xmlns="http://schemas.microsoft.com/office/infopath/2007/PartnerControls"/>
    </InternalTagsTaxHTField0>
    <LocComments xmlns="7851d254-ce09-43b6-8d90-072588e7901c" xsi:nil="true"/>
    <LocProcessedForMarketsLookup xmlns="7851d254-ce09-43b6-8d90-072588e7901c" xsi:nil="true"/>
    <ScenarioTagsTaxHTField0 xmlns="7851d254-ce09-43b6-8d90-072588e7901c">
      <Terms xmlns="http://schemas.microsoft.com/office/infopath/2007/PartnerControls"/>
    </ScenarioTagsTaxHTField0>
    <LocLastLocAttemptVersionTypeLookup xmlns="7851d254-ce09-43b6-8d90-072588e7901c" xsi:nil="true"/>
    <LocOverallPublishStatusLookup xmlns="7851d254-ce09-43b6-8d90-072588e7901c" xsi:nil="true"/>
    <LocPublishedLinkedAssetsLookup xmlns="7851d254-ce09-43b6-8d90-072588e7901c" xsi:nil="true"/>
    <TaxCatchAll xmlns="7851d254-ce09-43b6-8d90-072588e7901c"/>
    <LocRecommendedHandoff xmlns="7851d254-ce09-43b6-8d90-072588e7901c" xsi:nil="true"/>
    <LocProcessedForHandoffsLookup xmlns="7851d254-ce09-43b6-8d90-072588e7901c" xsi:nil="true"/>
    <LocOverallHandbackStatusLookup xmlns="7851d254-ce09-43b6-8d90-072588e7901c" xsi:nil="true"/>
    <LocNewPublishedVersionLookup xmlns="7851d254-ce09-43b6-8d90-072588e7901c" xsi:nil="true"/>
    <BlockPublish xmlns="7851d254-ce09-43b6-8d90-072588e7901c" xsi:nil="true"/>
    <LocManualTestRequired xmlns="7851d254-ce09-43b6-8d90-072588e7901c" xsi:nil="true"/>
    <LocalizationTagsTaxHTField0 xmlns="7851d254-ce09-43b6-8d90-072588e7901c">
      <Terms xmlns="http://schemas.microsoft.com/office/infopath/2007/PartnerControls"/>
    </LocalizationTagsTaxHTField0>
    <LocLastLocAttemptVersionLookup xmlns="7851d254-ce09-43b6-8d90-072588e7901c">66272</LocLastLocAttemptVersionLookup>
    <FeatureTagsTaxHTField0 xmlns="7851d254-ce09-43b6-8d90-072588e7901c">
      <Terms xmlns="http://schemas.microsoft.com/office/infopath/2007/PartnerControls"/>
    </FeatureTagsTaxHTField0>
    <LocOverallPreviewStatusLookup xmlns="7851d254-ce09-43b6-8d90-072588e7901c" xsi:nil="true"/>
    <RecommendationsModifier xmlns="7851d254-ce09-43b6-8d90-072588e7901c" xsi:nil="true"/>
    <OriginalRelease xmlns="7851d254-ce09-43b6-8d90-072588e7901c">14</OriginalRelease>
    <LocMarketGroupTiers2 xmlns="7851d254-ce09-43b6-8d90-072588e790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FB888328A8731147A9E2416CA6C7A65B0400DC6FA6ECFB23F54F9F45EE586A6D0A65" ma:contentTypeVersion="56" ma:contentTypeDescription="Create a new document." ma:contentTypeScope="" ma:versionID="c97688fe8962075e95d1f794ee1b82d8">
  <xsd:schema xmlns:xsd="http://www.w3.org/2001/XMLSchema" xmlns:xs="http://www.w3.org/2001/XMLSchema" xmlns:p="http://schemas.microsoft.com/office/2006/metadata/properties" xmlns:ns2="7851d254-ce09-43b6-8d90-072588e7901c" targetNamespace="http://schemas.microsoft.com/office/2006/metadata/properties" ma:root="true" ma:fieldsID="c225bda33905c745071d9d8b7e170627" ns2:_="">
    <xsd:import namespace="7851d254-ce09-43b6-8d90-072588e7901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1d254-ce09-43b6-8d90-072588e7901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BlockPublish" ma:index="12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3" nillable="true" ma:displayName="Bug Number" ma:default="" ma:internalName="BugNumber" ma:readOnly="false">
      <xsd:simpleType>
        <xsd:restriction base="dms:Text"/>
      </xsd:simpleType>
    </xsd:element>
    <xsd:element name="CampaignTagsTaxHTField0" ma:index="15" nillable="true" ma:taxonomy="true" ma:internalName="CampaignTagsTaxHTField0" ma:taxonomyFieldName="CampaignTags" ma:displayName="Campaigns" ma:readOnly="false" ma:default="" ma:fieldId="{9ebba19d-2be4-461d-87e9-c05e5ebbf568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6" nillable="true" ma:displayName="Client Viewer" ma:default="" ma:internalName="TPClientViewer">
      <xsd:simpleType>
        <xsd:restriction base="dms:Text"/>
      </xsd:simpleType>
    </xsd:element>
    <xsd:element name="ClipArtFilename" ma:index="17" nillable="true" ma:displayName="Clip Art Name" ma:default="" ma:internalName="ClipArtFilename" ma:readOnly="false">
      <xsd:simpleType>
        <xsd:restriction base="dms:Text"/>
      </xsd:simpleType>
    </xsd:element>
    <xsd:element name="TPCommandLine" ma:index="18" nillable="true" ma:displayName="Command Line" ma:default="" ma:internalName="TPCommandLine">
      <xsd:simpleType>
        <xsd:restriction base="dms:Text"/>
      </xsd:simpleType>
    </xsd:element>
    <xsd:element name="TPComponent" ma:index="19" nillable="true" ma:displayName="Component" ma:default="" ma:internalName="TPComponent">
      <xsd:simpleType>
        <xsd:restriction base="dms:Text"/>
      </xsd:simpleType>
    </xsd:element>
    <xsd:element name="ContentItem" ma:index="20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2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5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6" nillable="true" ma:displayName="CSX Submission Market" ma:default="" ma:list="{C164E808-44FA-4F5F-91C3-AF5B09309907}" ma:internalName="CSXSubmissionMarket" ma:readOnly="false" ma:showField="MarketName" ma:web="7851d254-ce09-43b6-8d90-072588e7901c">
      <xsd:simpleType>
        <xsd:restriction base="dms:Lookup"/>
      </xsd:simpleType>
    </xsd:element>
    <xsd:element name="CSXUpdate" ma:index="27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8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29" nillable="true" ma:displayName="Deleted?" ma:default="" ma:internalName="IsDeleted" ma:readOnly="false">
      <xsd:simpleType>
        <xsd:restriction base="dms:Boolean"/>
      </xsd:simpleType>
    </xsd:element>
    <xsd:element name="APDescription" ma:index="30" nillable="true" ma:displayName="Description" ma:default="" ma:internalName="APDescription" ma:readOnly="false">
      <xsd:simpleType>
        <xsd:restriction base="dms:Note"/>
      </xsd:simpleType>
    </xsd:element>
    <xsd:element name="DirectSourceMarket" ma:index="31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2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3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4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5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6" nillable="true" ma:displayName="Editorial Tags" ma:default="" ma:internalName="EditorialTags">
      <xsd:simpleType>
        <xsd:restriction base="dms:Unknown"/>
      </xsd:simpleType>
    </xsd:element>
    <xsd:element name="TPExecutable" ma:index="37" nillable="true" ma:displayName="Executable" ma:default="" ma:internalName="TPExecutable">
      <xsd:simpleType>
        <xsd:restriction base="dms:Text"/>
      </xsd:simpleType>
    </xsd:element>
    <xsd:element name="FeatureTagsTaxHTField0" ma:index="39" nillable="true" ma:taxonomy="true" ma:internalName="FeatureTagsTaxHTField0" ma:taxonomyFieldName="FeatureTags" ma:displayName="Features" ma:readOnly="false" ma:default="" ma:fieldId="{0c66e03a-b58b-4d86-891b-8e445e1562f0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0" nillable="true" ma:displayName="Friendly Name" ma:default="" ma:internalName="TPFriendlyName">
      <xsd:simpleType>
        <xsd:restriction base="dms:Text"/>
      </xsd:simpleType>
    </xsd:element>
    <xsd:element name="FriendlyTitle" ma:index="41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2" nillable="true" ma:displayName="Generate Images?" ma:default="true" ma:internalName="PrimaryImageGen">
      <xsd:simpleType>
        <xsd:restriction base="dms:Boolean"/>
      </xsd:simpleType>
    </xsd:element>
    <xsd:element name="HandoffToMSDN" ma:index="43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4" nillable="true" ma:displayName="InProjectListLookup" ma:list="{AD356C7F-0981-4C41-B229-50D503AAD5E8}" ma:internalName="InProjectListLookup" ma:readOnly="true" ma:showField="InProjectList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5" nillable="true" ma:displayName="Install Location" ma:default="" ma:internalName="TPInstallLocation">
      <xsd:simpleType>
        <xsd:restriction base="dms:Text"/>
      </xsd:simpleType>
    </xsd:element>
    <xsd:element name="InternalTagsTaxHTField0" ma:index="47" nillable="true" ma:taxonomy="true" ma:internalName="InternalTagsTaxHTField0" ma:taxonomyFieldName="InternalTags" ma:displayName="Internal Tags" ma:readOnly="false" ma:default="" ma:fieldId="{575b5594-eef4-4833-b257-601720e535bd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8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49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0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1" nillable="true" ma:displayName="Last Complete Version Lookup" ma:default="" ma:list="{AD356C7F-0981-4C41-B229-50D503AAD5E8}" ma:internalName="LastCompleteVersionLookup" ma:readOnly="true" ma:showField="LastCompleteVersion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2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3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4" nillable="true" ma:displayName="Last Preview Attempt Error" ma:default="" ma:list="{AD356C7F-0981-4C41-B229-50D503AAD5E8}" ma:internalName="LastPreviewErrorLookup" ma:readOnly="true" ma:showField="LastPreviewError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5" nillable="true" ma:displayName="Last Preview Attempt Result" ma:default="" ma:list="{AD356C7F-0981-4C41-B229-50D503AAD5E8}" ma:internalName="LastPreviewResultLookup" ma:readOnly="true" ma:showField="LastPreviewResult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6" nillable="true" ma:displayName="Last Preview Attempted On" ma:default="" ma:list="{AD356C7F-0981-4C41-B229-50D503AAD5E8}" ma:internalName="LastPreviewAttemptDateLookup" ma:readOnly="true" ma:showField="LastPreviewAttemptDate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7" nillable="true" ma:displayName="Last Previewed By" ma:default="" ma:list="{AD356C7F-0981-4C41-B229-50D503AAD5E8}" ma:internalName="LastPreviewedByLookup" ma:readOnly="true" ma:showField="LastPreviewedBy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8" nillable="true" ma:displayName="Last Previewed Date" ma:default="" ma:list="{AD356C7F-0981-4C41-B229-50D503AAD5E8}" ma:internalName="LastPreviewTimeLookup" ma:readOnly="true" ma:showField="LastPreviewTime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59" nillable="true" ma:displayName="Last Previewed Version" ma:default="" ma:list="{AD356C7F-0981-4C41-B229-50D503AAD5E8}" ma:internalName="LastPreviewVersionLookup" ma:readOnly="true" ma:showField="LastPreviewVersion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0" nillable="true" ma:displayName="Last Publish Attempt Error" ma:default="" ma:list="{AD356C7F-0981-4C41-B229-50D503AAD5E8}" ma:internalName="LastPublishErrorLookup" ma:readOnly="true" ma:showField="LastPublishError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1" nillable="true" ma:displayName="Last Publish Attempt Result" ma:default="" ma:list="{AD356C7F-0981-4C41-B229-50D503AAD5E8}" ma:internalName="LastPublishResultLookup" ma:readOnly="true" ma:showField="LastPublishResult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2" nillable="true" ma:displayName="Last Publish Attempted On" ma:default="" ma:list="{AD356C7F-0981-4C41-B229-50D503AAD5E8}" ma:internalName="LastPublishAttemptDateLookup" ma:readOnly="true" ma:showField="LastPublishAttemptDate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3" nillable="true" ma:displayName="Last Published By" ma:default="" ma:list="{AD356C7F-0981-4C41-B229-50D503AAD5E8}" ma:internalName="LastPublishedByLookup" ma:readOnly="true" ma:showField="LastPublishedBy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4" nillable="true" ma:displayName="Last Published Date" ma:default="" ma:list="{AD356C7F-0981-4C41-B229-50D503AAD5E8}" ma:internalName="LastPublishTimeLookup" ma:readOnly="true" ma:showField="LastPublishTime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5" nillable="true" ma:displayName="Last Published Version" ma:default="" ma:list="{AD356C7F-0981-4C41-B229-50D503AAD5E8}" ma:internalName="LastPublishVersionLookup" ma:readOnly="true" ma:showField="LastPublishVersion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6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7" nillable="true" ma:displayName="Legacy Data" ma:default="" ma:internalName="LegacyData" ma:readOnly="false">
      <xsd:simpleType>
        <xsd:restriction base="dms:Note"/>
      </xsd:simpleType>
    </xsd:element>
    <xsd:element name="TPLaunchHelpLink" ma:index="68" nillable="true" ma:displayName="Link to Launch Help Topic" ma:default="" ma:internalName="TPLaunchHelpLink">
      <xsd:simpleType>
        <xsd:restriction base="dms:Text"/>
      </xsd:simpleType>
    </xsd:element>
    <xsd:element name="LocComments" ma:index="69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0" nillable="true" ma:displayName="Loc Last Loc Attempt Version" ma:default="" ma:list="{17F96094-CC23-4712-BE97-DE1DD51648A2}" ma:internalName="LocLastLocAttemptVersionLookup" ma:readOnly="false" ma:showField="LastLocAttemptVersion" ma:web="7851d254-ce09-43b6-8d90-072588e7901c">
      <xsd:simpleType>
        <xsd:restriction base="dms:Lookup"/>
      </xsd:simpleType>
    </xsd:element>
    <xsd:element name="LocLastLocAttemptVersionTypeLookup" ma:index="71" nillable="true" ma:displayName="Loc Last Loc Attempt Version Type" ma:default="" ma:list="{17F96094-CC23-4712-BE97-DE1DD51648A2}" ma:internalName="LocLastLocAttemptVersionTypeLookup" ma:readOnly="true" ma:showField="LastLocAttemptVersionType" ma:web="7851d254-ce09-43b6-8d90-072588e7901c">
      <xsd:simpleType>
        <xsd:restriction base="dms:Lookup"/>
      </xsd:simpleType>
    </xsd:element>
    <xsd:element name="LocManualTestRequired" ma:index="72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3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4" nillable="true" ma:displayName="Loc New Published Version Lookup" ma:default="" ma:list="{17F96094-CC23-4712-BE97-DE1DD51648A2}" ma:internalName="LocNewPublishedVersionLookup" ma:readOnly="true" ma:showField="NewPublishedVersion" ma:web="7851d254-ce09-43b6-8d90-072588e7901c">
      <xsd:simpleType>
        <xsd:restriction base="dms:Lookup"/>
      </xsd:simpleType>
    </xsd:element>
    <xsd:element name="LocOverallHandbackStatusLookup" ma:index="75" nillable="true" ma:displayName="Loc Overall Handback Status" ma:default="" ma:list="{17F96094-CC23-4712-BE97-DE1DD51648A2}" ma:internalName="LocOverallHandbackStatusLookup" ma:readOnly="true" ma:showField="OverallHandbackStatus" ma:web="7851d254-ce09-43b6-8d90-072588e7901c">
      <xsd:simpleType>
        <xsd:restriction base="dms:Lookup"/>
      </xsd:simpleType>
    </xsd:element>
    <xsd:element name="LocOverallLocStatusLookup" ma:index="76" nillable="true" ma:displayName="Loc Overall Localize Status" ma:default="" ma:list="{17F96094-CC23-4712-BE97-DE1DD51648A2}" ma:internalName="LocOverallLocStatusLookup" ma:readOnly="true" ma:showField="OverallLocStatus" ma:web="7851d254-ce09-43b6-8d90-072588e7901c">
      <xsd:simpleType>
        <xsd:restriction base="dms:Lookup"/>
      </xsd:simpleType>
    </xsd:element>
    <xsd:element name="LocOverallPreviewStatusLookup" ma:index="77" nillable="true" ma:displayName="Loc Overall Preview Status" ma:default="" ma:list="{17F96094-CC23-4712-BE97-DE1DD51648A2}" ma:internalName="LocOverallPreviewStatusLookup" ma:readOnly="true" ma:showField="OverallPreviewStatus" ma:web="7851d254-ce09-43b6-8d90-072588e7901c">
      <xsd:simpleType>
        <xsd:restriction base="dms:Lookup"/>
      </xsd:simpleType>
    </xsd:element>
    <xsd:element name="LocOverallPublishStatusLookup" ma:index="78" nillable="true" ma:displayName="Loc Overall Publish Status" ma:default="" ma:list="{17F96094-CC23-4712-BE97-DE1DD51648A2}" ma:internalName="LocOverallPublishStatusLookup" ma:readOnly="true" ma:showField="OverallPublishStatus" ma:web="7851d254-ce09-43b6-8d90-072588e7901c">
      <xsd:simpleType>
        <xsd:restriction base="dms:Lookup"/>
      </xsd:simpleType>
    </xsd:element>
    <xsd:element name="IntlLocPriority" ma:index="79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0" nillable="true" ma:displayName="Loc Processed For Handoffs" ma:default="" ma:list="{17F96094-CC23-4712-BE97-DE1DD51648A2}" ma:internalName="LocProcessedForHandoffsLookup" ma:readOnly="true" ma:showField="ProcessedForHandoffs" ma:web="7851d254-ce09-43b6-8d90-072588e7901c">
      <xsd:simpleType>
        <xsd:restriction base="dms:Lookup"/>
      </xsd:simpleType>
    </xsd:element>
    <xsd:element name="LocProcessedForMarketsLookup" ma:index="81" nillable="true" ma:displayName="Loc Processed For Markets" ma:default="" ma:list="{17F96094-CC23-4712-BE97-DE1DD51648A2}" ma:internalName="LocProcessedForMarketsLookup" ma:readOnly="true" ma:showField="ProcessedForMarkets" ma:web="7851d254-ce09-43b6-8d90-072588e7901c">
      <xsd:simpleType>
        <xsd:restriction base="dms:Lookup"/>
      </xsd:simpleType>
    </xsd:element>
    <xsd:element name="LocPublishedDependentAssetsLookup" ma:index="82" nillable="true" ma:displayName="Loc Published Dependent Assets" ma:default="" ma:list="{17F96094-CC23-4712-BE97-DE1DD51648A2}" ma:internalName="LocPublishedDependentAssetsLookup" ma:readOnly="true" ma:showField="PublishedDependentAssets" ma:web="7851d254-ce09-43b6-8d90-072588e7901c">
      <xsd:simpleType>
        <xsd:restriction base="dms:Lookup"/>
      </xsd:simpleType>
    </xsd:element>
    <xsd:element name="LocPublishedLinkedAssetsLookup" ma:index="83" nillable="true" ma:displayName="Loc Published Linked Assets" ma:default="" ma:list="{17F96094-CC23-4712-BE97-DE1DD51648A2}" ma:internalName="LocPublishedLinkedAssetsLookup" ma:readOnly="true" ma:showField="PublishedLinkedAssets" ma:web="7851d254-ce09-43b6-8d90-072588e7901c">
      <xsd:simpleType>
        <xsd:restriction base="dms:Lookup"/>
      </xsd:simpleType>
    </xsd:element>
    <xsd:element name="LocRecommendedHandoff" ma:index="84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6" nillable="true" ma:taxonomy="true" ma:internalName="LocalizationTagsTaxHTField0" ma:taxonomyFieldName="LocalizationTags" ma:displayName="Localization Tags" ma:readOnly="false" ma:default="" ma:fieldId="{b1ddce1b-f703-4c9f-819c-e88ccecfe8e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7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8" nillable="true" ma:displayName="Manager" ma:hidden="true" ma:internalName="Manager" ma:readOnly="false">
      <xsd:simpleType>
        <xsd:restriction base="dms:Text"/>
      </xsd:simpleType>
    </xsd:element>
    <xsd:element name="Markets" ma:index="89" nillable="true" ma:displayName="Markets" ma:default="" ma:description="Leave blank to show in all markets" ma:list="{C164E808-44FA-4F5F-91C3-AF5B09309907}" ma:internalName="Markets" ma:readOnly="false" ma:showField="MarketName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0" nillable="true" ma:displayName="Milestone" ma:default="" ma:internalName="Milestone" ma:readOnly="false">
      <xsd:simpleType>
        <xsd:restriction base="dms:Unknown"/>
      </xsd:simpleType>
    </xsd:element>
    <xsd:element name="TPNamespace" ma:index="93" nillable="true" ma:displayName="Namespace" ma:default="" ma:internalName="TPNamespace">
      <xsd:simpleType>
        <xsd:restriction base="dms:Text"/>
      </xsd:simpleType>
    </xsd:element>
    <xsd:element name="NumericId" ma:index="94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5" nillable="true" ma:displayName="NumOfRatings" ma:default="" ma:list="{AD356C7F-0981-4C41-B229-50D503AAD5E8}" ma:internalName="NumOfRatingsLookup" ma:readOnly="true" ma:showField="NumOfRatings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6" nillable="true" ma:displayName="OOCacheId" ma:internalName="OOCacheId" ma:readOnly="false">
      <xsd:simpleType>
        <xsd:restriction base="dms:Text"/>
      </xsd:simpleType>
    </xsd:element>
    <xsd:element name="OpenTemplate" ma:index="97" nillable="true" ma:displayName="Open Template" ma:default="true" ma:internalName="OpenTemplate">
      <xsd:simpleType>
        <xsd:restriction base="dms:Boolean"/>
      </xsd:simpleType>
    </xsd:element>
    <xsd:element name="OriginAsset" ma:index="98" nillable="true" ma:displayName="Origin Asset" ma:default="" ma:internalName="OriginAsset" ma:readOnly="false">
      <xsd:simpleType>
        <xsd:restriction base="dms:Text"/>
      </xsd:simpleType>
    </xsd:element>
    <xsd:element name="OriginalRelease" ma:index="99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0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1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2" nillable="true" ma:displayName="Parent Asset Id" ma:default="" ma:internalName="ParentAssetId" ma:readOnly="false">
      <xsd:simpleType>
        <xsd:restriction base="dms:Text"/>
      </xsd:simpleType>
    </xsd:element>
    <xsd:element name="PlannedPubDate" ma:index="103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4" nillable="true" ma:displayName="Policheck Words" ma:default="" ma:internalName="PolicheckWords" ma:readOnly="false">
      <xsd:simpleType>
        <xsd:restriction base="dms:Text"/>
      </xsd:simpleType>
    </xsd:element>
    <xsd:element name="BusinessGroup" ma:index="105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6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7" nillable="true" ma:displayName="Provider" ma:default="" ma:internalName="Provider" ma:readOnly="false">
      <xsd:simpleType>
        <xsd:restriction base="dms:Unknown"/>
      </xsd:simpleType>
    </xsd:element>
    <xsd:element name="Providers" ma:index="108" nillable="true" ma:displayName="Providers" ma:default="" ma:internalName="Providers">
      <xsd:simpleType>
        <xsd:restriction base="dms:Unknown"/>
      </xsd:simpleType>
    </xsd:element>
    <xsd:element name="PublishStatusLookup" ma:index="109" nillable="true" ma:displayName="Publish Status" ma:default="" ma:list="{AD356C7F-0981-4C41-B229-50D503AAD5E8}" ma:internalName="PublishStatusLookup" ma:readOnly="false" ma:showField="PublishStatus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0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1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2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4" nillable="true" ma:taxonomy="true" ma:internalName="ScenarioTagsTaxHTField0" ma:taxonomyFieldName="ScenarioTags" ma:displayName="Scenarios" ma:readOnly="false" ma:default="" ma:fieldId="{3f195d06-aec0-4d35-9b7e-8061da1a138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6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7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8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19" nillable="true" ma:displayName="Submitter ID" ma:default="" ma:internalName="SubmitterId" ma:readOnly="false">
      <xsd:simpleType>
        <xsd:restriction base="dms:Text"/>
      </xsd:simpleType>
    </xsd:element>
    <xsd:element name="TaxCatchAll" ma:index="120" nillable="true" ma:displayName="Taxonomy Catch All Column" ma:hidden="true" ma:list="{73ff1703-6c3c-47c1-ae53-2bc507bafe3b}" ma:internalName="TaxCatchAll" ma:showField="CatchAllData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1" nillable="true" ma:displayName="Taxonomy Catch All Column1" ma:hidden="true" ma:list="{73ff1703-6c3c-47c1-ae53-2bc507bafe3b}" ma:internalName="TaxCatchAllLabel" ma:readOnly="true" ma:showField="CatchAllDataLabel" ma:web="7851d254-ce09-43b6-8d90-072588e790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2" nillable="true" ma:displayName="Template Status" ma:default="" ma:internalName="TemplateStatus">
      <xsd:simpleType>
        <xsd:restriction base="dms:Unknown"/>
      </xsd:simpleType>
    </xsd:element>
    <xsd:element name="TemplateTemplateType" ma:index="123" nillable="true" ma:displayName="Template Type" ma:default="" ma:internalName="TemplateTemplateType">
      <xsd:simpleType>
        <xsd:restriction base="dms:Unknown"/>
      </xsd:simpleType>
    </xsd:element>
    <xsd:element name="ThumbnailAssetId" ma:index="124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5" nillable="true" ma:displayName="Times Cloned" ma:default="" ma:internalName="TimesCloned" ma:readOnly="false">
      <xsd:simpleType>
        <xsd:restriction base="dms:Number"/>
      </xsd:simpleType>
    </xsd:element>
    <xsd:element name="TrustLevel" ma:index="127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8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29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0" nillable="true" ma:displayName="UA Notes" ma:default="" ma:internalName="UANotes" ma:readOnly="false">
      <xsd:simpleType>
        <xsd:restriction base="dms:Note"/>
      </xsd:simpleType>
    </xsd:element>
    <xsd:element name="TPAppVersion" ma:index="131" nillable="true" ma:displayName="Version" ma:default="" ma:internalName="TPAppVersion">
      <xsd:simpleType>
        <xsd:restriction base="dms:Text"/>
      </xsd:simpleType>
    </xsd:element>
    <xsd:element name="VoteCount" ma:index="132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1" ma:displayName="Content Type"/>
        <xsd:element ref="dc:title" minOccurs="0" maxOccurs="1" ma:index="126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C3D095-4C6D-46DE-967F-0753DC9A1061}">
  <ds:schemaRefs>
    <ds:schemaRef ds:uri="http://schemas.microsoft.com/office/2006/metadata/properties"/>
    <ds:schemaRef ds:uri="http://schemas.microsoft.com/office/infopath/2007/PartnerControls"/>
    <ds:schemaRef ds:uri="7851d254-ce09-43b6-8d90-072588e7901c"/>
  </ds:schemaRefs>
</ds:datastoreItem>
</file>

<file path=customXml/itemProps2.xml><?xml version="1.0" encoding="utf-8"?>
<ds:datastoreItem xmlns:ds="http://schemas.openxmlformats.org/officeDocument/2006/customXml" ds:itemID="{F9039CD6-8EA1-4A39-BAEF-A00D0A1323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5A76B8-F591-4D14-A8D6-CD9A845D19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51d254-ce09-43b6-8d90-072588e790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per un progetto di ricerca di scienze</Template>
  <TotalTime>424</TotalTime>
  <Words>761</Words>
  <Application>Microsoft Office PowerPoint</Application>
  <PresentationFormat>Presentazione su schermo (4:3)</PresentationFormat>
  <Paragraphs>77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 Condensed</vt:lpstr>
      <vt:lpstr>sci_fair_72dpi</vt:lpstr>
      <vt:lpstr>Robust fetal ecg detection from abdominal recordings</vt:lpstr>
      <vt:lpstr>Context and clinical challenge</vt:lpstr>
      <vt:lpstr>Roadmap – pipeline overview</vt:lpstr>
      <vt:lpstr>Baseline wander removed</vt:lpstr>
      <vt:lpstr>Power-line interference</vt:lpstr>
      <vt:lpstr>upsampling</vt:lpstr>
      <vt:lpstr>Mqrs detection</vt:lpstr>
      <vt:lpstr>Mqrs removed</vt:lpstr>
      <vt:lpstr>fqrs removed</vt:lpstr>
      <vt:lpstr>Batch evolution on other records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Maggioni</dc:creator>
  <cp:lastModifiedBy>Sofia Maggioni</cp:lastModifiedBy>
  <cp:revision>1</cp:revision>
  <dcterms:created xsi:type="dcterms:W3CDTF">2026-09-07T08:52:05Z</dcterms:created>
  <dcterms:modified xsi:type="dcterms:W3CDTF">2026-09-07T15:56:22Z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CID">
    <vt:lpwstr>1040</vt:lpwstr>
  </property>
  <property fmtid="{D5CDD505-2E9C-101B-9397-08002B2CF9AE}" pid="3" name="ContentTypeId">
    <vt:lpwstr>0x010100FB888328A8731147A9E2416CA6C7A65B0400DC6FA6ECFB23F54F9F45EE586A6D0A65</vt:lpwstr>
  </property>
  <property fmtid="{D5CDD505-2E9C-101B-9397-08002B2CF9AE}" pid="4" name="Applications">
    <vt:lpwstr>67;#Template 12;#53;#PowerPoint 12;#407;#PowerPoint 14</vt:lpwstr>
  </property>
  <property fmtid="{D5CDD505-2E9C-101B-9397-08002B2CF9AE}" pid="5" name="Order">
    <vt:r8>7161300</vt:r8>
  </property>
</Properties>
</file>